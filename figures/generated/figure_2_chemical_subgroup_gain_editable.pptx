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263999" cy="347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90000" y="64800"/>
            <a:ext cx="6083999" cy="172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DLG-Sol gain across prespecified chemical subgroups</a:t>
            </a:r>
          </a:p>
        </p:txBody>
      </p:sp>
      <p:sp>
        <p:nvSpPr>
          <p:cNvPr id="3" name="delta_definition"/>
          <p:cNvSpPr txBox="1"/>
          <p:nvPr/>
        </p:nvSpPr>
        <p:spPr>
          <a:xfrm>
            <a:off x="90000" y="241200"/>
            <a:ext cx="6083999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4B5563"/>
                </a:solidFill>
                <a:latin typeface="Arial"/>
              </a:rPr>
              <a:t>ΔRMSE = RMSE(DLG-Sol) − RMSE(component); negative values favor DLG-Sol</a:t>
            </a:r>
          </a:p>
        </p:txBody>
      </p:sp>
      <p:sp>
        <p:nvSpPr>
          <p:cNvPr id="4" name="row_header_axis"/>
          <p:cNvSpPr txBox="1"/>
          <p:nvPr/>
        </p:nvSpPr>
        <p:spPr>
          <a:xfrm>
            <a:off x="36000" y="381600"/>
            <a:ext cx="522000" cy="100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B5563"/>
                </a:solidFill>
                <a:latin typeface="Arial"/>
              </a:rPr>
              <a:t>Chemical axis</a:t>
            </a:r>
          </a:p>
        </p:txBody>
      </p:sp>
      <p:sp>
        <p:nvSpPr>
          <p:cNvPr id="5" name="row_header_level"/>
          <p:cNvSpPr txBox="1"/>
          <p:nvPr/>
        </p:nvSpPr>
        <p:spPr>
          <a:xfrm>
            <a:off x="633600" y="381600"/>
            <a:ext cx="468000" cy="100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4B5563"/>
                </a:solidFill>
                <a:latin typeface="Arial"/>
              </a:rPr>
              <a:t>Subgroup</a:t>
            </a:r>
          </a:p>
        </p:txBody>
      </p:sp>
      <p:sp>
        <p:nvSpPr>
          <p:cNvPr id="6" name="axis_band_1"/>
          <p:cNvSpPr/>
          <p:nvPr/>
        </p:nvSpPr>
        <p:spPr>
          <a:xfrm>
            <a:off x="50400" y="503999"/>
            <a:ext cx="1080000" cy="4644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xis_name_1"/>
          <p:cNvSpPr txBox="1"/>
          <p:nvPr/>
        </p:nvSpPr>
        <p:spPr>
          <a:xfrm>
            <a:off x="36000" y="503999"/>
            <a:ext cx="522000" cy="4644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Molecular
weight</a:t>
            </a:r>
          </a:p>
        </p:txBody>
      </p:sp>
      <p:sp>
        <p:nvSpPr>
          <p:cNvPr id="8" name="axis_1_level_1"/>
          <p:cNvSpPr txBox="1"/>
          <p:nvPr/>
        </p:nvSpPr>
        <p:spPr>
          <a:xfrm>
            <a:off x="633600" y="503999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&lt;250 Da</a:t>
            </a:r>
          </a:p>
        </p:txBody>
      </p:sp>
      <p:sp>
        <p:nvSpPr>
          <p:cNvPr id="9" name="axis_1_level_2"/>
          <p:cNvSpPr txBox="1"/>
          <p:nvPr/>
        </p:nvSpPr>
        <p:spPr>
          <a:xfrm>
            <a:off x="633600" y="6588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250–&lt;400 Da</a:t>
            </a:r>
          </a:p>
        </p:txBody>
      </p:sp>
      <p:sp>
        <p:nvSpPr>
          <p:cNvPr id="10" name="axis_1_level_3"/>
          <p:cNvSpPr txBox="1"/>
          <p:nvPr/>
        </p:nvSpPr>
        <p:spPr>
          <a:xfrm>
            <a:off x="633600" y="813599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≥400 Da</a:t>
            </a:r>
          </a:p>
        </p:txBody>
      </p:sp>
      <p:sp>
        <p:nvSpPr>
          <p:cNvPr id="11" name="axis_band_2"/>
          <p:cNvSpPr/>
          <p:nvPr/>
        </p:nvSpPr>
        <p:spPr>
          <a:xfrm>
            <a:off x="50400" y="968400"/>
            <a:ext cx="1080000" cy="46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xis_name_2"/>
          <p:cNvSpPr txBox="1"/>
          <p:nvPr/>
        </p:nvSpPr>
        <p:spPr>
          <a:xfrm>
            <a:off x="36000" y="968400"/>
            <a:ext cx="522000" cy="4644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Rotatable
bonds</a:t>
            </a:r>
          </a:p>
        </p:txBody>
      </p:sp>
      <p:sp>
        <p:nvSpPr>
          <p:cNvPr id="13" name="axis_2_level_1"/>
          <p:cNvSpPr txBox="1"/>
          <p:nvPr/>
        </p:nvSpPr>
        <p:spPr>
          <a:xfrm>
            <a:off x="633600" y="9684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0</a:t>
            </a:r>
          </a:p>
        </p:txBody>
      </p:sp>
      <p:sp>
        <p:nvSpPr>
          <p:cNvPr id="14" name="axis_2_level_2"/>
          <p:cNvSpPr txBox="1"/>
          <p:nvPr/>
        </p:nvSpPr>
        <p:spPr>
          <a:xfrm>
            <a:off x="633600" y="11232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1–4</a:t>
            </a:r>
          </a:p>
        </p:txBody>
      </p:sp>
      <p:sp>
        <p:nvSpPr>
          <p:cNvPr id="15" name="axis_2_level_3"/>
          <p:cNvSpPr txBox="1"/>
          <p:nvPr/>
        </p:nvSpPr>
        <p:spPr>
          <a:xfrm>
            <a:off x="633600" y="12780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≥5</a:t>
            </a:r>
          </a:p>
        </p:txBody>
      </p:sp>
      <p:sp>
        <p:nvSpPr>
          <p:cNvPr id="16" name="axis_band_3"/>
          <p:cNvSpPr/>
          <p:nvPr/>
        </p:nvSpPr>
        <p:spPr>
          <a:xfrm>
            <a:off x="50400" y="1432800"/>
            <a:ext cx="1080000" cy="3096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xis_name_3"/>
          <p:cNvSpPr txBox="1"/>
          <p:nvPr/>
        </p:nvSpPr>
        <p:spPr>
          <a:xfrm>
            <a:off x="36000" y="1432800"/>
            <a:ext cx="522000" cy="309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H-bond
donor</a:t>
            </a:r>
          </a:p>
        </p:txBody>
      </p:sp>
      <p:sp>
        <p:nvSpPr>
          <p:cNvPr id="18" name="axis_3_level_1"/>
          <p:cNvSpPr txBox="1"/>
          <p:nvPr/>
        </p:nvSpPr>
        <p:spPr>
          <a:xfrm>
            <a:off x="633600" y="14328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No</a:t>
            </a:r>
          </a:p>
        </p:txBody>
      </p:sp>
      <p:sp>
        <p:nvSpPr>
          <p:cNvPr id="19" name="axis_3_level_2"/>
          <p:cNvSpPr txBox="1"/>
          <p:nvPr/>
        </p:nvSpPr>
        <p:spPr>
          <a:xfrm>
            <a:off x="633600" y="15876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Yes</a:t>
            </a:r>
          </a:p>
        </p:txBody>
      </p:sp>
      <p:sp>
        <p:nvSpPr>
          <p:cNvPr id="20" name="axis_band_4"/>
          <p:cNvSpPr/>
          <p:nvPr/>
        </p:nvSpPr>
        <p:spPr>
          <a:xfrm>
            <a:off x="50400" y="1742400"/>
            <a:ext cx="1080000" cy="30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xis_name_4"/>
          <p:cNvSpPr txBox="1"/>
          <p:nvPr/>
        </p:nvSpPr>
        <p:spPr>
          <a:xfrm>
            <a:off x="36000" y="1742400"/>
            <a:ext cx="522000" cy="309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H-bond
acceptor</a:t>
            </a:r>
          </a:p>
        </p:txBody>
      </p:sp>
      <p:sp>
        <p:nvSpPr>
          <p:cNvPr id="22" name="axis_4_level_1"/>
          <p:cNvSpPr txBox="1"/>
          <p:nvPr/>
        </p:nvSpPr>
        <p:spPr>
          <a:xfrm>
            <a:off x="633600" y="17424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No</a:t>
            </a:r>
          </a:p>
        </p:txBody>
      </p:sp>
      <p:sp>
        <p:nvSpPr>
          <p:cNvPr id="23" name="axis_4_level_2"/>
          <p:cNvSpPr txBox="1"/>
          <p:nvPr/>
        </p:nvSpPr>
        <p:spPr>
          <a:xfrm>
            <a:off x="633600" y="1897199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Yes</a:t>
            </a:r>
          </a:p>
        </p:txBody>
      </p:sp>
      <p:sp>
        <p:nvSpPr>
          <p:cNvPr id="24" name="axis_band_5"/>
          <p:cNvSpPr/>
          <p:nvPr/>
        </p:nvSpPr>
        <p:spPr>
          <a:xfrm>
            <a:off x="50400" y="2051999"/>
            <a:ext cx="1080000" cy="3096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xis_name_5"/>
          <p:cNvSpPr txBox="1"/>
          <p:nvPr/>
        </p:nvSpPr>
        <p:spPr>
          <a:xfrm>
            <a:off x="36000" y="2051999"/>
            <a:ext cx="522000" cy="309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Aromatic
ring</a:t>
            </a:r>
          </a:p>
        </p:txBody>
      </p:sp>
      <p:sp>
        <p:nvSpPr>
          <p:cNvPr id="26" name="axis_5_level_1"/>
          <p:cNvSpPr txBox="1"/>
          <p:nvPr/>
        </p:nvSpPr>
        <p:spPr>
          <a:xfrm>
            <a:off x="633600" y="2051999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No</a:t>
            </a:r>
          </a:p>
        </p:txBody>
      </p:sp>
      <p:sp>
        <p:nvSpPr>
          <p:cNvPr id="27" name="axis_5_level_2"/>
          <p:cNvSpPr txBox="1"/>
          <p:nvPr/>
        </p:nvSpPr>
        <p:spPr>
          <a:xfrm>
            <a:off x="633600" y="2206799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Yes</a:t>
            </a:r>
          </a:p>
        </p:txBody>
      </p:sp>
      <p:sp>
        <p:nvSpPr>
          <p:cNvPr id="28" name="axis_band_6"/>
          <p:cNvSpPr/>
          <p:nvPr/>
        </p:nvSpPr>
        <p:spPr>
          <a:xfrm>
            <a:off x="50400" y="2361600"/>
            <a:ext cx="1080000" cy="30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xis_name_6"/>
          <p:cNvSpPr txBox="1"/>
          <p:nvPr/>
        </p:nvSpPr>
        <p:spPr>
          <a:xfrm>
            <a:off x="36000" y="2361600"/>
            <a:ext cx="522000" cy="309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N-containing
heterocycle</a:t>
            </a:r>
          </a:p>
        </p:txBody>
      </p:sp>
      <p:sp>
        <p:nvSpPr>
          <p:cNvPr id="30" name="axis_6_level_1"/>
          <p:cNvSpPr txBox="1"/>
          <p:nvPr/>
        </p:nvSpPr>
        <p:spPr>
          <a:xfrm>
            <a:off x="633600" y="23616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No</a:t>
            </a:r>
          </a:p>
        </p:txBody>
      </p:sp>
      <p:sp>
        <p:nvSpPr>
          <p:cNvPr id="31" name="axis_6_level_2"/>
          <p:cNvSpPr txBox="1"/>
          <p:nvPr/>
        </p:nvSpPr>
        <p:spPr>
          <a:xfrm>
            <a:off x="633600" y="25164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Yes</a:t>
            </a:r>
          </a:p>
        </p:txBody>
      </p:sp>
      <p:sp>
        <p:nvSpPr>
          <p:cNvPr id="32" name="axis_band_7"/>
          <p:cNvSpPr/>
          <p:nvPr/>
        </p:nvSpPr>
        <p:spPr>
          <a:xfrm>
            <a:off x="50400" y="2671200"/>
            <a:ext cx="1080000" cy="3096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xis_name_7"/>
          <p:cNvSpPr txBox="1"/>
          <p:nvPr/>
        </p:nvSpPr>
        <p:spPr>
          <a:xfrm>
            <a:off x="36000" y="2671200"/>
            <a:ext cx="522000" cy="309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1F2937"/>
                </a:solidFill>
                <a:latin typeface="Arial"/>
              </a:rPr>
              <a:t>Carboxyl
group</a:t>
            </a:r>
          </a:p>
        </p:txBody>
      </p:sp>
      <p:sp>
        <p:nvSpPr>
          <p:cNvPr id="34" name="axis_7_level_1"/>
          <p:cNvSpPr txBox="1"/>
          <p:nvPr/>
        </p:nvSpPr>
        <p:spPr>
          <a:xfrm>
            <a:off x="633600" y="26712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No</a:t>
            </a:r>
          </a:p>
        </p:txBody>
      </p:sp>
      <p:sp>
        <p:nvSpPr>
          <p:cNvPr id="35" name="axis_7_level_2"/>
          <p:cNvSpPr txBox="1"/>
          <p:nvPr/>
        </p:nvSpPr>
        <p:spPr>
          <a:xfrm>
            <a:off x="633600" y="2826000"/>
            <a:ext cx="468000" cy="154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374151"/>
                </a:solidFill>
                <a:latin typeface="Arial"/>
              </a:rPr>
              <a:t>Yes</a:t>
            </a:r>
          </a:p>
        </p:txBody>
      </p:sp>
      <p:sp>
        <p:nvSpPr>
          <p:cNvPr id="36" name="panel_A_title"/>
          <p:cNvSpPr txBox="1"/>
          <p:nvPr/>
        </p:nvSpPr>
        <p:spPr>
          <a:xfrm>
            <a:off x="1152000" y="360000"/>
            <a:ext cx="18144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827"/>
                </a:solidFill>
                <a:latin typeface="Arial"/>
              </a:rPr>
              <a:t>A   DLG-Sol − XGB</a:t>
            </a:r>
          </a:p>
        </p:txBody>
      </p:sp>
      <p:sp>
        <p:nvSpPr>
          <p:cNvPr id="37" name="panel_A_R01_row_1_delta_-0.02960_n_4708"/>
          <p:cNvSpPr/>
          <p:nvPr/>
        </p:nvSpPr>
        <p:spPr>
          <a:xfrm>
            <a:off x="1152000" y="503999"/>
            <a:ext cx="302400" cy="154800"/>
          </a:xfrm>
          <a:prstGeom prst="rect">
            <a:avLst/>
          </a:prstGeom>
          <a:solidFill>
            <a:srgbClr val="D5E7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nel_A_R02_row_1_delta_-0.01074_n_8270"/>
          <p:cNvSpPr/>
          <p:nvPr/>
        </p:nvSpPr>
        <p:spPr>
          <a:xfrm>
            <a:off x="1454400" y="503999"/>
            <a:ext cx="302400" cy="154800"/>
          </a:xfrm>
          <a:prstGeom prst="rect">
            <a:avLst/>
          </a:prstGeom>
          <a:solidFill>
            <a:srgbClr val="EAF1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nel_A_R03_row_1_delta_-0.06532_n_4830"/>
          <p:cNvSpPr/>
          <p:nvPr/>
        </p:nvSpPr>
        <p:spPr>
          <a:xfrm>
            <a:off x="1756800" y="503999"/>
            <a:ext cx="302400" cy="154800"/>
          </a:xfrm>
          <a:prstGeom prst="rect">
            <a:avLst/>
          </a:prstGeom>
          <a:solidFill>
            <a:srgbClr val="96C7D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nel_A_R04_row_1_delta_-0.03123_n_827"/>
          <p:cNvSpPr/>
          <p:nvPr/>
        </p:nvSpPr>
        <p:spPr>
          <a:xfrm>
            <a:off x="2059200" y="503999"/>
            <a:ext cx="302400" cy="154800"/>
          </a:xfrm>
          <a:prstGeom prst="rect">
            <a:avLst/>
          </a:prstGeom>
          <a:solidFill>
            <a:srgbClr val="D4E6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nel_A_R05_row_1_delta_-0.02922_n_586"/>
          <p:cNvSpPr/>
          <p:nvPr/>
        </p:nvSpPr>
        <p:spPr>
          <a:xfrm>
            <a:off x="2361600" y="503999"/>
            <a:ext cx="302400" cy="154800"/>
          </a:xfrm>
          <a:prstGeom prst="rect">
            <a:avLst/>
          </a:prstGeom>
          <a:solidFill>
            <a:srgbClr val="D7E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nel_A_R09_row_1_delta_-0.00842_n_921"/>
          <p:cNvSpPr/>
          <p:nvPr/>
        </p:nvSpPr>
        <p:spPr>
          <a:xfrm>
            <a:off x="2664000" y="503999"/>
            <a:ext cx="302400" cy="154800"/>
          </a:xfrm>
          <a:prstGeom prst="rect">
            <a:avLst/>
          </a:prstGeom>
          <a:solidFill>
            <a:srgbClr val="ED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nel_A_R01_row_2_delta_-0.06059_n_2564"/>
          <p:cNvSpPr/>
          <p:nvPr/>
        </p:nvSpPr>
        <p:spPr>
          <a:xfrm>
            <a:off x="1152000" y="658800"/>
            <a:ext cx="302400" cy="154800"/>
          </a:xfrm>
          <a:prstGeom prst="rect">
            <a:avLst/>
          </a:prstGeom>
          <a:solidFill>
            <a:srgbClr val="A0C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anel_A_R02_row_2_delta_-0.02942_n_7204"/>
          <p:cNvSpPr/>
          <p:nvPr/>
        </p:nvSpPr>
        <p:spPr>
          <a:xfrm>
            <a:off x="1454400" y="658800"/>
            <a:ext cx="302400" cy="154800"/>
          </a:xfrm>
          <a:prstGeom prst="rect">
            <a:avLst/>
          </a:prstGeom>
          <a:solidFill>
            <a:srgbClr val="D5E7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nel_A_R03_row_2_delta_-0.07977_n_2262"/>
          <p:cNvSpPr/>
          <p:nvPr/>
        </p:nvSpPr>
        <p:spPr>
          <a:xfrm>
            <a:off x="1756800" y="658800"/>
            <a:ext cx="302400" cy="154800"/>
          </a:xfrm>
          <a:prstGeom prst="rect">
            <a:avLst/>
          </a:prstGeom>
          <a:solidFill>
            <a:srgbClr val="75B2D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anel_A_R04_row_2_delta_-0.09733_n_865"/>
          <p:cNvSpPr/>
          <p:nvPr/>
        </p:nvSpPr>
        <p:spPr>
          <a:xfrm>
            <a:off x="2059200" y="658800"/>
            <a:ext cx="302400" cy="154800"/>
          </a:xfrm>
          <a:prstGeom prst="rect">
            <a:avLst/>
          </a:prstGeom>
          <a:solidFill>
            <a:srgbClr val="4C99C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anel_A_R05_row_2_delta_-0.05216_n_308"/>
          <p:cNvSpPr/>
          <p:nvPr/>
        </p:nvSpPr>
        <p:spPr>
          <a:xfrm>
            <a:off x="2361600" y="658800"/>
            <a:ext cx="302400" cy="154800"/>
          </a:xfrm>
          <a:prstGeom prst="rect">
            <a:avLst/>
          </a:prstGeom>
          <a:solidFill>
            <a:srgbClr val="AED3E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anel_A_R09_row_2_delta_+0.01185_n_320"/>
          <p:cNvSpPr/>
          <p:nvPr/>
        </p:nvSpPr>
        <p:spPr>
          <a:xfrm>
            <a:off x="2664000" y="658800"/>
            <a:ext cx="302400" cy="154800"/>
          </a:xfrm>
          <a:prstGeom prst="rect">
            <a:avLst/>
          </a:prstGeom>
          <a:solidFill>
            <a:srgbClr val="F9EE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anel_A_R01_row_3_delta_-0.05646_n_775"/>
          <p:cNvSpPr/>
          <p:nvPr/>
        </p:nvSpPr>
        <p:spPr>
          <a:xfrm>
            <a:off x="1152000" y="813599"/>
            <a:ext cx="302400" cy="154800"/>
          </a:xfrm>
          <a:prstGeom prst="rect">
            <a:avLst/>
          </a:prstGeom>
          <a:solidFill>
            <a:srgbClr val="A7D0E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nel_A_R02_row_3_delta_-0.03439_n_2463"/>
          <p:cNvSpPr/>
          <p:nvPr/>
        </p:nvSpPr>
        <p:spPr>
          <a:xfrm>
            <a:off x="1454400" y="813599"/>
            <a:ext cx="302400" cy="154800"/>
          </a:xfrm>
          <a:prstGeom prst="rect">
            <a:avLst/>
          </a:prstGeom>
          <a:solidFill>
            <a:srgbClr val="D1E5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anel_A_R03_row_3_delta_-0.13366_n_893"/>
          <p:cNvSpPr/>
          <p:nvPr/>
        </p:nvSpPr>
        <p:spPr>
          <a:xfrm>
            <a:off x="1756800" y="813599"/>
            <a:ext cx="302400" cy="154800"/>
          </a:xfrm>
          <a:prstGeom prst="rect">
            <a:avLst/>
          </a:prstGeom>
          <a:solidFill>
            <a:srgbClr val="2369A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anel_A_R04_row_3_delta_-0.17002_n_305"/>
          <p:cNvSpPr/>
          <p:nvPr/>
        </p:nvSpPr>
        <p:spPr>
          <a:xfrm>
            <a:off x="2059200" y="813599"/>
            <a:ext cx="302400" cy="154800"/>
          </a:xfrm>
          <a:prstGeom prst="rect">
            <a:avLst/>
          </a:prstGeom>
          <a:solidFill>
            <a:srgbClr val="05306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anel_A_R05_row_3_delta_-0.06161_n_86"/>
          <p:cNvSpPr/>
          <p:nvPr/>
        </p:nvSpPr>
        <p:spPr>
          <a:xfrm>
            <a:off x="2361600" y="813599"/>
            <a:ext cx="302400" cy="154800"/>
          </a:xfrm>
          <a:prstGeom prst="rect">
            <a:avLst/>
          </a:prstGeom>
          <a:solidFill>
            <a:srgbClr val="9DCBE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anel_A_R09_row_3_delta_+0.00662_n_41"/>
          <p:cNvSpPr/>
          <p:nvPr/>
        </p:nvSpPr>
        <p:spPr>
          <a:xfrm>
            <a:off x="2664000" y="813599"/>
            <a:ext cx="302400" cy="154800"/>
          </a:xfrm>
          <a:prstGeom prst="rect">
            <a:avLst/>
          </a:prstGeom>
          <a:solidFill>
            <a:srgbClr val="F8F2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nel_A_R01_row_4_delta_-0.02369_n_1242"/>
          <p:cNvSpPr/>
          <p:nvPr/>
        </p:nvSpPr>
        <p:spPr>
          <a:xfrm>
            <a:off x="1152000" y="968400"/>
            <a:ext cx="302400" cy="154800"/>
          </a:xfrm>
          <a:prstGeom prst="rect">
            <a:avLst/>
          </a:prstGeom>
          <a:solidFill>
            <a:srgbClr val="DDEB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panel_A_R02_row_4_delta_-0.00278_n_1859"/>
          <p:cNvSpPr/>
          <p:nvPr/>
        </p:nvSpPr>
        <p:spPr>
          <a:xfrm>
            <a:off x="1454400" y="968400"/>
            <a:ext cx="302400" cy="154800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anel_A_R03_row_4_delta_-0.13666_n_1446"/>
          <p:cNvSpPr/>
          <p:nvPr/>
        </p:nvSpPr>
        <p:spPr>
          <a:xfrm>
            <a:off x="1756800" y="968400"/>
            <a:ext cx="302400" cy="154800"/>
          </a:xfrm>
          <a:prstGeom prst="rect">
            <a:avLst/>
          </a:prstGeom>
          <a:solidFill>
            <a:srgbClr val="2065A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panel_A_R04_row_4_delta_-0.05150_n_345"/>
          <p:cNvSpPr/>
          <p:nvPr/>
        </p:nvSpPr>
        <p:spPr>
          <a:xfrm>
            <a:off x="2059200" y="968400"/>
            <a:ext cx="302400" cy="154800"/>
          </a:xfrm>
          <a:prstGeom prst="rect">
            <a:avLst/>
          </a:prstGeom>
          <a:solidFill>
            <a:srgbClr val="B1D5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anel_A_R05_row_4_delta_-0.02816_n_130"/>
          <p:cNvSpPr/>
          <p:nvPr/>
        </p:nvSpPr>
        <p:spPr>
          <a:xfrm>
            <a:off x="2361600" y="968400"/>
            <a:ext cx="302400" cy="154800"/>
          </a:xfrm>
          <a:prstGeom prst="rect">
            <a:avLst/>
          </a:prstGeom>
          <a:solidFill>
            <a:srgbClr val="D7E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nel_A_R09_row_4_delta_+0.00402_n_344"/>
          <p:cNvSpPr/>
          <p:nvPr/>
        </p:nvSpPr>
        <p:spPr>
          <a:xfrm>
            <a:off x="2664000" y="968400"/>
            <a:ext cx="302400" cy="154800"/>
          </a:xfrm>
          <a:prstGeom prst="rect">
            <a:avLst/>
          </a:prstGeom>
          <a:solidFill>
            <a:srgbClr val="F8F3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nel_A_R01_row_5_delta_-0.04342_n_4464"/>
          <p:cNvSpPr/>
          <p:nvPr/>
        </p:nvSpPr>
        <p:spPr>
          <a:xfrm>
            <a:off x="1152000" y="1123200"/>
            <a:ext cx="302400" cy="154800"/>
          </a:xfrm>
          <a:prstGeom prst="rect">
            <a:avLst/>
          </a:prstGeom>
          <a:solidFill>
            <a:srgbClr val="C0DC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_A_R02_row_5_delta_-0.02577_n_9435"/>
          <p:cNvSpPr/>
          <p:nvPr/>
        </p:nvSpPr>
        <p:spPr>
          <a:xfrm>
            <a:off x="1454400" y="1123200"/>
            <a:ext cx="302400" cy="154800"/>
          </a:xfrm>
          <a:prstGeom prst="rect">
            <a:avLst/>
          </a:prstGeom>
          <a:solidFill>
            <a:srgbClr val="DAE9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nel_A_R03_row_5_delta_-0.04771_n_4081"/>
          <p:cNvSpPr/>
          <p:nvPr/>
        </p:nvSpPr>
        <p:spPr>
          <a:xfrm>
            <a:off x="1756800" y="1123200"/>
            <a:ext cx="302400" cy="154800"/>
          </a:xfrm>
          <a:prstGeom prst="rect">
            <a:avLst/>
          </a:prstGeom>
          <a:solidFill>
            <a:srgbClr val="B8D8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nel_A_R04_row_5_delta_-0.09664_n_1119"/>
          <p:cNvSpPr/>
          <p:nvPr/>
        </p:nvSpPr>
        <p:spPr>
          <a:xfrm>
            <a:off x="2059200" y="1123200"/>
            <a:ext cx="302400" cy="154800"/>
          </a:xfrm>
          <a:prstGeom prst="rect">
            <a:avLst/>
          </a:prstGeom>
          <a:solidFill>
            <a:srgbClr val="4F9BC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nel_A_R05_row_5_delta_-0.04015_n_568"/>
          <p:cNvSpPr/>
          <p:nvPr/>
        </p:nvSpPr>
        <p:spPr>
          <a:xfrm>
            <a:off x="2361600" y="1123200"/>
            <a:ext cx="302400" cy="154800"/>
          </a:xfrm>
          <a:prstGeom prst="rect">
            <a:avLst/>
          </a:prstGeom>
          <a:solidFill>
            <a:srgbClr val="C5DF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nel_A_R09_row_5_delta_-0.00356_n_775"/>
          <p:cNvSpPr/>
          <p:nvPr/>
        </p:nvSpPr>
        <p:spPr>
          <a:xfrm>
            <a:off x="2664000" y="1123200"/>
            <a:ext cx="302400" cy="154800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anel_A_R01_row_6_delta_-0.05325_n_2341"/>
          <p:cNvSpPr/>
          <p:nvPr/>
        </p:nvSpPr>
        <p:spPr>
          <a:xfrm>
            <a:off x="1152000" y="1278000"/>
            <a:ext cx="302400" cy="154800"/>
          </a:xfrm>
          <a:prstGeom prst="rect">
            <a:avLst/>
          </a:prstGeom>
          <a:solidFill>
            <a:srgbClr val="ACD2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nel_A_R02_row_6_delta_-0.02396_n_6643"/>
          <p:cNvSpPr/>
          <p:nvPr/>
        </p:nvSpPr>
        <p:spPr>
          <a:xfrm>
            <a:off x="1454400" y="1278000"/>
            <a:ext cx="302400" cy="154800"/>
          </a:xfrm>
          <a:prstGeom prst="rect">
            <a:avLst/>
          </a:prstGeom>
          <a:solidFill>
            <a:srgbClr val="DBEA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anel_A_R03_row_6_delta_-0.07964_n_2458"/>
          <p:cNvSpPr/>
          <p:nvPr/>
        </p:nvSpPr>
        <p:spPr>
          <a:xfrm>
            <a:off x="1756800" y="1278000"/>
            <a:ext cx="302400" cy="154800"/>
          </a:xfrm>
          <a:prstGeom prst="rect">
            <a:avLst/>
          </a:prstGeom>
          <a:solidFill>
            <a:srgbClr val="78B4D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anel_A_R04_row_6_delta_-0.10174_n_533"/>
          <p:cNvSpPr/>
          <p:nvPr/>
        </p:nvSpPr>
        <p:spPr>
          <a:xfrm>
            <a:off x="2059200" y="1278000"/>
            <a:ext cx="302400" cy="154800"/>
          </a:xfrm>
          <a:prstGeom prst="rect">
            <a:avLst/>
          </a:prstGeom>
          <a:solidFill>
            <a:srgbClr val="4393C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anel_A_R05_row_6_delta_-0.04761_n_282"/>
          <p:cNvSpPr/>
          <p:nvPr/>
        </p:nvSpPr>
        <p:spPr>
          <a:xfrm>
            <a:off x="2361600" y="1278000"/>
            <a:ext cx="302400" cy="154800"/>
          </a:xfrm>
          <a:prstGeom prst="rect">
            <a:avLst/>
          </a:prstGeom>
          <a:solidFill>
            <a:srgbClr val="B8D8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anel_A_R09_row_6_delta_-0.00511_n_163"/>
          <p:cNvSpPr/>
          <p:nvPr/>
        </p:nvSpPr>
        <p:spPr>
          <a:xfrm>
            <a:off x="2664000" y="1278000"/>
            <a:ext cx="302400" cy="154800"/>
          </a:xfrm>
          <a:prstGeom prst="rect">
            <a:avLst/>
          </a:prstGeom>
          <a:solidFill>
            <a:srgbClr val="F2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anel_A_R01_row_7_delta_-0.06155_n_3854"/>
          <p:cNvSpPr/>
          <p:nvPr/>
        </p:nvSpPr>
        <p:spPr>
          <a:xfrm>
            <a:off x="1152000" y="1432800"/>
            <a:ext cx="302400" cy="154800"/>
          </a:xfrm>
          <a:prstGeom prst="rect">
            <a:avLst/>
          </a:prstGeom>
          <a:solidFill>
            <a:srgbClr val="9DCBE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anel_A_R02_row_7_delta_-0.01874_n_6204"/>
          <p:cNvSpPr/>
          <p:nvPr/>
        </p:nvSpPr>
        <p:spPr>
          <a:xfrm>
            <a:off x="1454400" y="1432800"/>
            <a:ext cx="302400" cy="154800"/>
          </a:xfrm>
          <a:prstGeom prst="rect">
            <a:avLst/>
          </a:prstGeom>
          <a:solidFill>
            <a:srgbClr val="E1EDF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anel_A_R03_row_7_delta_-0.10045_n_3579"/>
          <p:cNvSpPr/>
          <p:nvPr/>
        </p:nvSpPr>
        <p:spPr>
          <a:xfrm>
            <a:off x="1756800" y="1432800"/>
            <a:ext cx="302400" cy="154800"/>
          </a:xfrm>
          <a:prstGeom prst="rect">
            <a:avLst/>
          </a:prstGeom>
          <a:solidFill>
            <a:srgbClr val="4695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anel_A_R04_row_7_delta_-0.11569_n_756"/>
          <p:cNvSpPr/>
          <p:nvPr/>
        </p:nvSpPr>
        <p:spPr>
          <a:xfrm>
            <a:off x="2059200" y="1432800"/>
            <a:ext cx="302400" cy="154800"/>
          </a:xfrm>
          <a:prstGeom prst="rect">
            <a:avLst/>
          </a:prstGeom>
          <a:solidFill>
            <a:srgbClr val="3480B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anel_A_R05_row_7_delta_-0.02807_n_389"/>
          <p:cNvSpPr/>
          <p:nvPr/>
        </p:nvSpPr>
        <p:spPr>
          <a:xfrm>
            <a:off x="2361600" y="1432800"/>
            <a:ext cx="302400" cy="154800"/>
          </a:xfrm>
          <a:prstGeom prst="rect">
            <a:avLst/>
          </a:prstGeom>
          <a:solidFill>
            <a:srgbClr val="D7E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anel_A_R09_row_7_delta_-0.00300_n_620"/>
          <p:cNvSpPr/>
          <p:nvPr/>
        </p:nvSpPr>
        <p:spPr>
          <a:xfrm>
            <a:off x="2664000" y="1432800"/>
            <a:ext cx="302400" cy="154800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anel_A_R01_row_8_delta_-0.02736_n_4193"/>
          <p:cNvSpPr/>
          <p:nvPr/>
        </p:nvSpPr>
        <p:spPr>
          <a:xfrm>
            <a:off x="1152000" y="1587600"/>
            <a:ext cx="302400" cy="154800"/>
          </a:xfrm>
          <a:prstGeom prst="rect">
            <a:avLst/>
          </a:prstGeom>
          <a:solidFill>
            <a:srgbClr val="D8E9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anel_A_R02_row_8_delta_-0.02456_n_11733"/>
          <p:cNvSpPr/>
          <p:nvPr/>
        </p:nvSpPr>
        <p:spPr>
          <a:xfrm>
            <a:off x="1454400" y="1587600"/>
            <a:ext cx="302400" cy="154800"/>
          </a:xfrm>
          <a:prstGeom prst="rect">
            <a:avLst/>
          </a:prstGeom>
          <a:solidFill>
            <a:srgbClr val="DBEA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anel_A_R03_row_8_delta_-0.05814_n_4406"/>
          <p:cNvSpPr/>
          <p:nvPr/>
        </p:nvSpPr>
        <p:spPr>
          <a:xfrm>
            <a:off x="1756800" y="1587600"/>
            <a:ext cx="302400" cy="154800"/>
          </a:xfrm>
          <a:prstGeom prst="rect">
            <a:avLst/>
          </a:prstGeom>
          <a:solidFill>
            <a:srgbClr val="A5CE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anel_A_R04_row_8_delta_-0.07406_n_1241"/>
          <p:cNvSpPr/>
          <p:nvPr/>
        </p:nvSpPr>
        <p:spPr>
          <a:xfrm>
            <a:off x="2059200" y="1587600"/>
            <a:ext cx="302400" cy="154800"/>
          </a:xfrm>
          <a:prstGeom prst="rect">
            <a:avLst/>
          </a:prstGeom>
          <a:solidFill>
            <a:srgbClr val="84BC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anel_A_R05_row_8_delta_-0.04766_n_591"/>
          <p:cNvSpPr/>
          <p:nvPr/>
        </p:nvSpPr>
        <p:spPr>
          <a:xfrm>
            <a:off x="2361600" y="1587600"/>
            <a:ext cx="302400" cy="154800"/>
          </a:xfrm>
          <a:prstGeom prst="rect">
            <a:avLst/>
          </a:prstGeom>
          <a:solidFill>
            <a:srgbClr val="B8D8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anel_A_R09_row_8_delta_-0.00049_n_662"/>
          <p:cNvSpPr/>
          <p:nvPr/>
        </p:nvSpPr>
        <p:spPr>
          <a:xfrm>
            <a:off x="2664000" y="1587600"/>
            <a:ext cx="302400" cy="154800"/>
          </a:xfrm>
          <a:prstGeom prst="rect">
            <a:avLst/>
          </a:prstGeom>
          <a:solidFill>
            <a:srgbClr val="F6F7F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panel_A_R01_row_9_delta_-0.05930_n_856"/>
          <p:cNvSpPr/>
          <p:nvPr/>
        </p:nvSpPr>
        <p:spPr>
          <a:xfrm>
            <a:off x="1152000" y="1742400"/>
            <a:ext cx="302400" cy="154800"/>
          </a:xfrm>
          <a:prstGeom prst="rect">
            <a:avLst/>
          </a:prstGeom>
          <a:solidFill>
            <a:srgbClr val="A2CD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anel_A_R02_row_9_delta_-0.03499_n_850"/>
          <p:cNvSpPr/>
          <p:nvPr/>
        </p:nvSpPr>
        <p:spPr>
          <a:xfrm>
            <a:off x="1454400" y="1742400"/>
            <a:ext cx="302400" cy="154800"/>
          </a:xfrm>
          <a:prstGeom prst="rect">
            <a:avLst/>
          </a:prstGeom>
          <a:solidFill>
            <a:srgbClr val="CFE4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anel_A_R03_row_9_delta_-0.14121_n_899"/>
          <p:cNvSpPr/>
          <p:nvPr/>
        </p:nvSpPr>
        <p:spPr>
          <a:xfrm>
            <a:off x="1756800" y="1742400"/>
            <a:ext cx="302400" cy="154800"/>
          </a:xfrm>
          <a:prstGeom prst="rect">
            <a:avLst/>
          </a:prstGeom>
          <a:solidFill>
            <a:srgbClr val="1C5C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anel_A_R04_row_9_delta_-0.10183_n_98"/>
          <p:cNvSpPr/>
          <p:nvPr/>
        </p:nvSpPr>
        <p:spPr>
          <a:xfrm>
            <a:off x="2059200" y="1742400"/>
            <a:ext cx="302400" cy="154800"/>
          </a:xfrm>
          <a:prstGeom prst="rect">
            <a:avLst/>
          </a:prstGeom>
          <a:solidFill>
            <a:srgbClr val="4393C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anel_A_R05_row_9_delta_+0.00334_n_87"/>
          <p:cNvSpPr/>
          <p:nvPr/>
        </p:nvSpPr>
        <p:spPr>
          <a:xfrm>
            <a:off x="2361600" y="1742400"/>
            <a:ext cx="302400" cy="154800"/>
          </a:xfrm>
          <a:prstGeom prst="rect">
            <a:avLst/>
          </a:prstGeom>
          <a:solidFill>
            <a:srgbClr val="F8F4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anel_A_R09_row_9_delta_+0.02024_n_284"/>
          <p:cNvSpPr/>
          <p:nvPr/>
        </p:nvSpPr>
        <p:spPr>
          <a:xfrm>
            <a:off x="2664000" y="1742400"/>
            <a:ext cx="302400" cy="154800"/>
          </a:xfrm>
          <a:prstGeom prst="rect">
            <a:avLst/>
          </a:prstGeom>
          <a:solidFill>
            <a:srgbClr val="FBE6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panel_A_R01_row_10_delta_-0.04194_n_7191"/>
          <p:cNvSpPr/>
          <p:nvPr/>
        </p:nvSpPr>
        <p:spPr>
          <a:xfrm>
            <a:off x="1152000" y="1897199"/>
            <a:ext cx="302400" cy="154800"/>
          </a:xfrm>
          <a:prstGeom prst="rect">
            <a:avLst/>
          </a:prstGeom>
          <a:solidFill>
            <a:srgbClr val="C2DD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anel_A_R02_row_10_delta_-0.02184_n_17087"/>
          <p:cNvSpPr/>
          <p:nvPr/>
        </p:nvSpPr>
        <p:spPr>
          <a:xfrm>
            <a:off x="1454400" y="1897199"/>
            <a:ext cx="302400" cy="154800"/>
          </a:xfrm>
          <a:prstGeom prst="rect">
            <a:avLst/>
          </a:prstGeom>
          <a:solidFill>
            <a:srgbClr val="DEEB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panel_A_R03_row_10_delta_-0.06918_n_7086"/>
          <p:cNvSpPr/>
          <p:nvPr/>
        </p:nvSpPr>
        <p:spPr>
          <a:xfrm>
            <a:off x="1756800" y="1897199"/>
            <a:ext cx="302400" cy="154800"/>
          </a:xfrm>
          <a:prstGeom prst="rect">
            <a:avLst/>
          </a:prstGeom>
          <a:solidFill>
            <a:srgbClr val="8DC2D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panel_A_R04_row_10_delta_-0.08866_n_1899"/>
          <p:cNvSpPr/>
          <p:nvPr/>
        </p:nvSpPr>
        <p:spPr>
          <a:xfrm>
            <a:off x="2059200" y="1897199"/>
            <a:ext cx="302400" cy="154800"/>
          </a:xfrm>
          <a:prstGeom prst="rect">
            <a:avLst/>
          </a:prstGeom>
          <a:solidFill>
            <a:srgbClr val="62A7C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anel_A_R05_row_10_delta_-0.04372_n_893"/>
          <p:cNvSpPr/>
          <p:nvPr/>
        </p:nvSpPr>
        <p:spPr>
          <a:xfrm>
            <a:off x="2361600" y="1897199"/>
            <a:ext cx="302400" cy="154800"/>
          </a:xfrm>
          <a:prstGeom prst="rect">
            <a:avLst/>
          </a:prstGeom>
          <a:solidFill>
            <a:srgbClr val="C0DC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panel_A_R09_row_10_delta_-0.00643_n_998"/>
          <p:cNvSpPr/>
          <p:nvPr/>
        </p:nvSpPr>
        <p:spPr>
          <a:xfrm>
            <a:off x="2664000" y="1897199"/>
            <a:ext cx="302400" cy="154800"/>
          </a:xfrm>
          <a:prstGeom prst="rect">
            <a:avLst/>
          </a:prstGeom>
          <a:solidFill>
            <a:srgbClr val="F0F4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panel_A_R01_row_11_delta_-0.03879_n_2903"/>
          <p:cNvSpPr/>
          <p:nvPr/>
        </p:nvSpPr>
        <p:spPr>
          <a:xfrm>
            <a:off x="1152000" y="2051999"/>
            <a:ext cx="302400" cy="154800"/>
          </a:xfrm>
          <a:prstGeom prst="rect">
            <a:avLst/>
          </a:prstGeom>
          <a:solidFill>
            <a:srgbClr val="C7E0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anel_A_R02_row_11_delta_-0.02810_n_7454"/>
          <p:cNvSpPr/>
          <p:nvPr/>
        </p:nvSpPr>
        <p:spPr>
          <a:xfrm>
            <a:off x="1454400" y="2051999"/>
            <a:ext cx="302400" cy="154800"/>
          </a:xfrm>
          <a:prstGeom prst="rect">
            <a:avLst/>
          </a:prstGeom>
          <a:solidFill>
            <a:srgbClr val="D7E8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panel_A_R03_row_11_delta_-0.10083_n_3675"/>
          <p:cNvSpPr/>
          <p:nvPr/>
        </p:nvSpPr>
        <p:spPr>
          <a:xfrm>
            <a:off x="1756800" y="2051999"/>
            <a:ext cx="302400" cy="154800"/>
          </a:xfrm>
          <a:prstGeom prst="rect">
            <a:avLst/>
          </a:prstGeom>
          <a:solidFill>
            <a:srgbClr val="4695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panel_A_R04_row_11_delta_-0.02239_n_451"/>
          <p:cNvSpPr/>
          <p:nvPr/>
        </p:nvSpPr>
        <p:spPr>
          <a:xfrm>
            <a:off x="2059200" y="2051999"/>
            <a:ext cx="302400" cy="154800"/>
          </a:xfrm>
          <a:prstGeom prst="rect">
            <a:avLst/>
          </a:prstGeom>
          <a:solidFill>
            <a:srgbClr val="DEEB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anel_A_R05_row_11_delta_-0.04097_n_360"/>
          <p:cNvSpPr/>
          <p:nvPr/>
        </p:nvSpPr>
        <p:spPr>
          <a:xfrm>
            <a:off x="2361600" y="2051999"/>
            <a:ext cx="302400" cy="154800"/>
          </a:xfrm>
          <a:prstGeom prst="rect">
            <a:avLst/>
          </a:prstGeom>
          <a:solidFill>
            <a:srgbClr val="C5DF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anel_A_R09_row_11_delta_-0.00746_n_504"/>
          <p:cNvSpPr/>
          <p:nvPr/>
        </p:nvSpPr>
        <p:spPr>
          <a:xfrm>
            <a:off x="2664000" y="2051999"/>
            <a:ext cx="302400" cy="154800"/>
          </a:xfrm>
          <a:prstGeom prst="rect">
            <a:avLst/>
          </a:prstGeom>
          <a:solidFill>
            <a:srgbClr val="EFF3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anel_A_R01_row_12_delta_-0.04623_n_5144"/>
          <p:cNvSpPr/>
          <p:nvPr/>
        </p:nvSpPr>
        <p:spPr>
          <a:xfrm>
            <a:off x="1152000" y="2206799"/>
            <a:ext cx="302400" cy="154800"/>
          </a:xfrm>
          <a:prstGeom prst="rect">
            <a:avLst/>
          </a:prstGeom>
          <a:solidFill>
            <a:srgbClr val="BBDAE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anel_A_R02_row_12_delta_-0.01858_n_10483"/>
          <p:cNvSpPr/>
          <p:nvPr/>
        </p:nvSpPr>
        <p:spPr>
          <a:xfrm>
            <a:off x="1454400" y="2206799"/>
            <a:ext cx="302400" cy="154800"/>
          </a:xfrm>
          <a:prstGeom prst="rect">
            <a:avLst/>
          </a:prstGeom>
          <a:solidFill>
            <a:srgbClr val="E3EDF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panel_A_R03_row_12_delta_-0.05628_n_4310"/>
          <p:cNvSpPr/>
          <p:nvPr/>
        </p:nvSpPr>
        <p:spPr>
          <a:xfrm>
            <a:off x="1756800" y="2206799"/>
            <a:ext cx="302400" cy="154800"/>
          </a:xfrm>
          <a:prstGeom prst="rect">
            <a:avLst/>
          </a:prstGeom>
          <a:solidFill>
            <a:srgbClr val="A7D0E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panel_A_R04_row_12_delta_-0.10662_n_1546"/>
          <p:cNvSpPr/>
          <p:nvPr/>
        </p:nvSpPr>
        <p:spPr>
          <a:xfrm>
            <a:off x="2059200" y="2206799"/>
            <a:ext cx="302400" cy="154800"/>
          </a:xfrm>
          <a:prstGeom prst="rect">
            <a:avLst/>
          </a:prstGeom>
          <a:solidFill>
            <a:srgbClr val="3E8C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panel_A_R05_row_12_delta_-0.04066_n_620"/>
          <p:cNvSpPr/>
          <p:nvPr/>
        </p:nvSpPr>
        <p:spPr>
          <a:xfrm>
            <a:off x="2361600" y="2206799"/>
            <a:ext cx="302400" cy="154800"/>
          </a:xfrm>
          <a:prstGeom prst="rect">
            <a:avLst/>
          </a:prstGeom>
          <a:solidFill>
            <a:srgbClr val="C5DF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panel_A_R09_row_12_delta_+0.00152_n_778"/>
          <p:cNvSpPr/>
          <p:nvPr/>
        </p:nvSpPr>
        <p:spPr>
          <a:xfrm>
            <a:off x="2664000" y="2206799"/>
            <a:ext cx="302400" cy="154800"/>
          </a:xfrm>
          <a:prstGeom prst="rect">
            <a:avLst/>
          </a:prstGeom>
          <a:solidFill>
            <a:srgbClr val="F7F5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panel_A_R01_row_13_delta_-0.04187_n_5942"/>
          <p:cNvSpPr/>
          <p:nvPr/>
        </p:nvSpPr>
        <p:spPr>
          <a:xfrm>
            <a:off x="1152000" y="2361600"/>
            <a:ext cx="302400" cy="154800"/>
          </a:xfrm>
          <a:prstGeom prst="rect">
            <a:avLst/>
          </a:prstGeom>
          <a:solidFill>
            <a:srgbClr val="C2DD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panel_A_R02_row_13_delta_-0.01920_n_10660"/>
          <p:cNvSpPr/>
          <p:nvPr/>
        </p:nvSpPr>
        <p:spPr>
          <a:xfrm>
            <a:off x="1454400" y="2361600"/>
            <a:ext cx="302400" cy="154800"/>
          </a:xfrm>
          <a:prstGeom prst="rect">
            <a:avLst/>
          </a:prstGeom>
          <a:solidFill>
            <a:srgbClr val="E1EDF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panel_A_R03_row_13_delta_-0.08444_n_6497"/>
          <p:cNvSpPr/>
          <p:nvPr/>
        </p:nvSpPr>
        <p:spPr>
          <a:xfrm>
            <a:off x="1756800" y="2361600"/>
            <a:ext cx="302400" cy="154800"/>
          </a:xfrm>
          <a:prstGeom prst="rect">
            <a:avLst/>
          </a:prstGeom>
          <a:solidFill>
            <a:srgbClr val="6BACD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panel_A_R04_row_13_delta_-0.09242_n_1097"/>
          <p:cNvSpPr/>
          <p:nvPr/>
        </p:nvSpPr>
        <p:spPr>
          <a:xfrm>
            <a:off x="2059200" y="2361600"/>
            <a:ext cx="302400" cy="154800"/>
          </a:xfrm>
          <a:prstGeom prst="rect">
            <a:avLst/>
          </a:prstGeom>
          <a:solidFill>
            <a:srgbClr val="59A1C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panel_A_R05_row_13_delta_-0.04276_n_720"/>
          <p:cNvSpPr/>
          <p:nvPr/>
        </p:nvSpPr>
        <p:spPr>
          <a:xfrm>
            <a:off x="2361600" y="2361600"/>
            <a:ext cx="302400" cy="154800"/>
          </a:xfrm>
          <a:prstGeom prst="rect">
            <a:avLst/>
          </a:prstGeom>
          <a:solidFill>
            <a:srgbClr val="C0DC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panel_A_R09_row_13_delta_-0.00391_n_1016"/>
          <p:cNvSpPr/>
          <p:nvPr/>
        </p:nvSpPr>
        <p:spPr>
          <a:xfrm>
            <a:off x="2664000" y="2361600"/>
            <a:ext cx="302400" cy="154800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panel_A_R01_row_14_delta_-0.04820_n_2105"/>
          <p:cNvSpPr/>
          <p:nvPr/>
        </p:nvSpPr>
        <p:spPr>
          <a:xfrm>
            <a:off x="1152000" y="2516400"/>
            <a:ext cx="302400" cy="154800"/>
          </a:xfrm>
          <a:prstGeom prst="rect">
            <a:avLst/>
          </a:prstGeom>
          <a:solidFill>
            <a:srgbClr val="B6D7E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anel_A_R02_row_14_delta_-0.02770_n_7277"/>
          <p:cNvSpPr/>
          <p:nvPr/>
        </p:nvSpPr>
        <p:spPr>
          <a:xfrm>
            <a:off x="1454400" y="2516400"/>
            <a:ext cx="302400" cy="154800"/>
          </a:xfrm>
          <a:prstGeom prst="rect">
            <a:avLst/>
          </a:prstGeom>
          <a:solidFill>
            <a:srgbClr val="D8E9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panel_A_R03_row_14_delta_-0.05342_n_1488"/>
          <p:cNvSpPr/>
          <p:nvPr/>
        </p:nvSpPr>
        <p:spPr>
          <a:xfrm>
            <a:off x="1756800" y="2516400"/>
            <a:ext cx="302400" cy="154800"/>
          </a:xfrm>
          <a:prstGeom prst="rect">
            <a:avLst/>
          </a:prstGeom>
          <a:solidFill>
            <a:srgbClr val="ACD2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anel_A_R04_row_14_delta_-0.08548_n_900"/>
          <p:cNvSpPr/>
          <p:nvPr/>
        </p:nvSpPr>
        <p:spPr>
          <a:xfrm>
            <a:off x="2059200" y="2516400"/>
            <a:ext cx="302400" cy="154800"/>
          </a:xfrm>
          <a:prstGeom prst="rect">
            <a:avLst/>
          </a:prstGeom>
          <a:solidFill>
            <a:srgbClr val="68ABD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anel_A_R05_row_14_delta_-0.03678_n_260"/>
          <p:cNvSpPr/>
          <p:nvPr/>
        </p:nvSpPr>
        <p:spPr>
          <a:xfrm>
            <a:off x="2361600" y="2516400"/>
            <a:ext cx="302400" cy="154800"/>
          </a:xfrm>
          <a:prstGeom prst="rect">
            <a:avLst/>
          </a:prstGeom>
          <a:solidFill>
            <a:srgbClr val="CCE2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panel_A_R09_row_14_delta_+0.00497_n_266"/>
          <p:cNvSpPr/>
          <p:nvPr/>
        </p:nvSpPr>
        <p:spPr>
          <a:xfrm>
            <a:off x="2664000" y="2516400"/>
            <a:ext cx="302400" cy="154800"/>
          </a:xfrm>
          <a:prstGeom prst="rect">
            <a:avLst/>
          </a:prstGeom>
          <a:solidFill>
            <a:srgbClr val="F8F3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panel_A_R01_row_15_delta_-0.04676_n_7066"/>
          <p:cNvSpPr/>
          <p:nvPr/>
        </p:nvSpPr>
        <p:spPr>
          <a:xfrm>
            <a:off x="1152000" y="2671200"/>
            <a:ext cx="302400" cy="154800"/>
          </a:xfrm>
          <a:prstGeom prst="rect">
            <a:avLst/>
          </a:prstGeom>
          <a:solidFill>
            <a:srgbClr val="B8D8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panel_A_R02_row_15_delta_-0.02396_n_15820"/>
          <p:cNvSpPr/>
          <p:nvPr/>
        </p:nvSpPr>
        <p:spPr>
          <a:xfrm>
            <a:off x="1454400" y="2671200"/>
            <a:ext cx="302400" cy="154800"/>
          </a:xfrm>
          <a:prstGeom prst="rect">
            <a:avLst/>
          </a:prstGeom>
          <a:solidFill>
            <a:srgbClr val="DBEAF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anel_A_R03_row_15_delta_-0.07402_n_6804"/>
          <p:cNvSpPr/>
          <p:nvPr/>
        </p:nvSpPr>
        <p:spPr>
          <a:xfrm>
            <a:off x="1756800" y="2671200"/>
            <a:ext cx="302400" cy="154800"/>
          </a:xfrm>
          <a:prstGeom prst="rect">
            <a:avLst/>
          </a:prstGeom>
          <a:solidFill>
            <a:srgbClr val="84BC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anel_A_R04_row_15_delta_-0.08434_n_1784"/>
          <p:cNvSpPr/>
          <p:nvPr/>
        </p:nvSpPr>
        <p:spPr>
          <a:xfrm>
            <a:off x="2059200" y="2671200"/>
            <a:ext cx="302400" cy="154800"/>
          </a:xfrm>
          <a:prstGeom prst="rect">
            <a:avLst/>
          </a:prstGeom>
          <a:solidFill>
            <a:srgbClr val="6BACD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anel_A_R05_row_15_delta_-0.03769_n_851"/>
          <p:cNvSpPr/>
          <p:nvPr/>
        </p:nvSpPr>
        <p:spPr>
          <a:xfrm>
            <a:off x="2361600" y="2671200"/>
            <a:ext cx="302400" cy="154800"/>
          </a:xfrm>
          <a:prstGeom prst="rect">
            <a:avLst/>
          </a:prstGeom>
          <a:solidFill>
            <a:srgbClr val="CAE1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anel_A_R09_row_15_delta_-0.00271_n_1158"/>
          <p:cNvSpPr/>
          <p:nvPr/>
        </p:nvSpPr>
        <p:spPr>
          <a:xfrm>
            <a:off x="2664000" y="2671200"/>
            <a:ext cx="302400" cy="154800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anel_A_R01_row_16_delta_-0.01962_n_981"/>
          <p:cNvSpPr/>
          <p:nvPr/>
        </p:nvSpPr>
        <p:spPr>
          <a:xfrm>
            <a:off x="1152000" y="2826000"/>
            <a:ext cx="302400" cy="154800"/>
          </a:xfrm>
          <a:prstGeom prst="rect">
            <a:avLst/>
          </a:prstGeom>
          <a:solidFill>
            <a:srgbClr val="E1EDF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anel_A_R02_row_16_delta_-0.01360_n_2117"/>
          <p:cNvSpPr/>
          <p:nvPr/>
        </p:nvSpPr>
        <p:spPr>
          <a:xfrm>
            <a:off x="1454400" y="2826000"/>
            <a:ext cx="302400" cy="154800"/>
          </a:xfrm>
          <a:prstGeom prst="rect">
            <a:avLst/>
          </a:prstGeom>
          <a:solidFill>
            <a:srgbClr val="E7F0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anel_A_R03_row_16_delta_-0.10934_n_1181"/>
          <p:cNvSpPr/>
          <p:nvPr/>
        </p:nvSpPr>
        <p:spPr>
          <a:xfrm>
            <a:off x="1756800" y="2826000"/>
            <a:ext cx="302400" cy="154800"/>
          </a:xfrm>
          <a:prstGeom prst="rect">
            <a:avLst/>
          </a:prstGeom>
          <a:solidFill>
            <a:srgbClr val="3B88B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panel_A_R04_row_16_delta_-0.12296_n_213"/>
          <p:cNvSpPr/>
          <p:nvPr/>
        </p:nvSpPr>
        <p:spPr>
          <a:xfrm>
            <a:off x="2059200" y="2826000"/>
            <a:ext cx="302400" cy="154800"/>
          </a:xfrm>
          <a:prstGeom prst="rect">
            <a:avLst/>
          </a:prstGeom>
          <a:solidFill>
            <a:srgbClr val="2E77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anel_A_R05_row_16_delta_-0.05854_n_129"/>
          <p:cNvSpPr/>
          <p:nvPr/>
        </p:nvSpPr>
        <p:spPr>
          <a:xfrm>
            <a:off x="2361600" y="2826000"/>
            <a:ext cx="302400" cy="154800"/>
          </a:xfrm>
          <a:prstGeom prst="rect">
            <a:avLst/>
          </a:prstGeom>
          <a:solidFill>
            <a:srgbClr val="A2CD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panel_A_R09_row_16_delta_+0.00744_n_124"/>
          <p:cNvSpPr/>
          <p:nvPr/>
        </p:nvSpPr>
        <p:spPr>
          <a:xfrm>
            <a:off x="2664000" y="2826000"/>
            <a:ext cx="302400" cy="154800"/>
          </a:xfrm>
          <a:prstGeom prst="rect">
            <a:avLst/>
          </a:prstGeom>
          <a:solidFill>
            <a:srgbClr val="F8F1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panel_A_outer_border"/>
          <p:cNvSpPr/>
          <p:nvPr/>
        </p:nvSpPr>
        <p:spPr>
          <a:xfrm>
            <a:off x="1152000" y="503999"/>
            <a:ext cx="1814400" cy="2476800"/>
          </a:xfrm>
          <a:prstGeom prst="rect">
            <a:avLst/>
          </a:prstGeom>
          <a:noFill/>
          <a:ln w="1143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panel_A_group_separator_3"/>
          <p:cNvCxnSpPr/>
          <p:nvPr/>
        </p:nvCxnSpPr>
        <p:spPr>
          <a:xfrm>
            <a:off x="1152000" y="9684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panel_A_group_separator_6"/>
          <p:cNvCxnSpPr/>
          <p:nvPr/>
        </p:nvCxnSpPr>
        <p:spPr>
          <a:xfrm>
            <a:off x="1152000" y="14328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panel_A_group_separator_8"/>
          <p:cNvCxnSpPr/>
          <p:nvPr/>
        </p:nvCxnSpPr>
        <p:spPr>
          <a:xfrm>
            <a:off x="1152000" y="17424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panel_A_group_separator_10"/>
          <p:cNvCxnSpPr/>
          <p:nvPr/>
        </p:nvCxnSpPr>
        <p:spPr>
          <a:xfrm>
            <a:off x="1152000" y="2051999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panel_A_group_separator_12"/>
          <p:cNvCxnSpPr/>
          <p:nvPr/>
        </p:nvCxnSpPr>
        <p:spPr>
          <a:xfrm>
            <a:off x="1152000" y="23616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panel_A_group_separator_14"/>
          <p:cNvCxnSpPr/>
          <p:nvPr/>
        </p:nvCxnSpPr>
        <p:spPr>
          <a:xfrm>
            <a:off x="1152000" y="26712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panel_A_column_1"/>
          <p:cNvSpPr txBox="1"/>
          <p:nvPr/>
        </p:nvSpPr>
        <p:spPr>
          <a:xfrm rot="18900000">
            <a:off x="10440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AqSolDBc
OOF</a:t>
            </a:r>
          </a:p>
        </p:txBody>
      </p:sp>
      <p:sp>
        <p:nvSpPr>
          <p:cNvPr id="141" name="panel_A_column_2"/>
          <p:cNvSpPr txBox="1"/>
          <p:nvPr/>
        </p:nvSpPr>
        <p:spPr>
          <a:xfrm rot="18900000">
            <a:off x="13464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ComPlat
OOF</a:t>
            </a:r>
          </a:p>
        </p:txBody>
      </p:sp>
      <p:sp>
        <p:nvSpPr>
          <p:cNvPr id="142" name="panel_A_column_3"/>
          <p:cNvSpPr txBox="1"/>
          <p:nvPr/>
        </p:nvSpPr>
        <p:spPr>
          <a:xfrm rot="18900000">
            <a:off x="16488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TDC
OOF</a:t>
            </a:r>
          </a:p>
        </p:txBody>
      </p:sp>
      <p:sp>
        <p:nvSpPr>
          <p:cNvPr id="143" name="panel_A_column_4"/>
          <p:cNvSpPr txBox="1"/>
          <p:nvPr/>
        </p:nvSpPr>
        <p:spPr>
          <a:xfrm rot="18900000">
            <a:off x="19512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TDC
supplied
test</a:t>
            </a:r>
          </a:p>
        </p:txBody>
      </p:sp>
      <p:sp>
        <p:nvSpPr>
          <p:cNvPr id="144" name="panel_A_column_5"/>
          <p:cNvSpPr txBox="1"/>
          <p:nvPr/>
        </p:nvSpPr>
        <p:spPr>
          <a:xfrm rot="18900000">
            <a:off x="22536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JCheM
supplied
test</a:t>
            </a:r>
          </a:p>
        </p:txBody>
      </p:sp>
      <p:sp>
        <p:nvSpPr>
          <p:cNvPr id="145" name="panel_A_column_6"/>
          <p:cNvSpPr txBox="1"/>
          <p:nvPr/>
        </p:nvSpPr>
        <p:spPr>
          <a:xfrm rot="18900000">
            <a:off x="25560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ComPlat
supplied
test</a:t>
            </a:r>
          </a:p>
        </p:txBody>
      </p:sp>
      <p:sp>
        <p:nvSpPr>
          <p:cNvPr id="146" name="panel_B_title"/>
          <p:cNvSpPr txBox="1"/>
          <p:nvPr/>
        </p:nvSpPr>
        <p:spPr>
          <a:xfrm>
            <a:off x="3139200" y="360000"/>
            <a:ext cx="18144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827"/>
                </a:solidFill>
                <a:latin typeface="Arial"/>
              </a:rPr>
              <a:t>B   DLG-Sol − neural component</a:t>
            </a:r>
          </a:p>
        </p:txBody>
      </p:sp>
      <p:sp>
        <p:nvSpPr>
          <p:cNvPr id="147" name="panel_B_R01_row_1_delta_-0.05319_n_4708"/>
          <p:cNvSpPr/>
          <p:nvPr/>
        </p:nvSpPr>
        <p:spPr>
          <a:xfrm>
            <a:off x="3139200" y="503999"/>
            <a:ext cx="302400" cy="154800"/>
          </a:xfrm>
          <a:prstGeom prst="rect">
            <a:avLst/>
          </a:prstGeom>
          <a:solidFill>
            <a:srgbClr val="ACD2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panel_B_R02_row_1_delta_-0.07669_n_8270"/>
          <p:cNvSpPr/>
          <p:nvPr/>
        </p:nvSpPr>
        <p:spPr>
          <a:xfrm>
            <a:off x="3441600" y="503999"/>
            <a:ext cx="302400" cy="154800"/>
          </a:xfrm>
          <a:prstGeom prst="rect">
            <a:avLst/>
          </a:prstGeom>
          <a:solidFill>
            <a:srgbClr val="7EB8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anel_B_R03_row_1_delta_-0.08134_n_4830"/>
          <p:cNvSpPr/>
          <p:nvPr/>
        </p:nvSpPr>
        <p:spPr>
          <a:xfrm>
            <a:off x="3744000" y="503999"/>
            <a:ext cx="302400" cy="154800"/>
          </a:xfrm>
          <a:prstGeom prst="rect">
            <a:avLst/>
          </a:prstGeom>
          <a:solidFill>
            <a:srgbClr val="71B0D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panel_B_R04_row_1_delta_-0.03226_n_827"/>
          <p:cNvSpPr/>
          <p:nvPr/>
        </p:nvSpPr>
        <p:spPr>
          <a:xfrm>
            <a:off x="4046400" y="503999"/>
            <a:ext cx="302400" cy="154800"/>
          </a:xfrm>
          <a:prstGeom prst="rect">
            <a:avLst/>
          </a:prstGeom>
          <a:solidFill>
            <a:srgbClr val="D2E6F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panel_B_R05_row_1_delta_-0.01670_n_586"/>
          <p:cNvSpPr/>
          <p:nvPr/>
        </p:nvSpPr>
        <p:spPr>
          <a:xfrm>
            <a:off x="4348800" y="503999"/>
            <a:ext cx="302400" cy="154800"/>
          </a:xfrm>
          <a:prstGeom prst="rect">
            <a:avLst/>
          </a:prstGeom>
          <a:solidFill>
            <a:srgbClr val="E4EE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panel_B_R09_row_1_delta_-0.10040_n_921"/>
          <p:cNvSpPr/>
          <p:nvPr/>
        </p:nvSpPr>
        <p:spPr>
          <a:xfrm>
            <a:off x="4651200" y="503999"/>
            <a:ext cx="302400" cy="154800"/>
          </a:xfrm>
          <a:prstGeom prst="rect">
            <a:avLst/>
          </a:prstGeom>
          <a:solidFill>
            <a:srgbClr val="4695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anel_B_R01_row_2_delta_-0.03820_n_2564"/>
          <p:cNvSpPr/>
          <p:nvPr/>
        </p:nvSpPr>
        <p:spPr>
          <a:xfrm>
            <a:off x="3139200" y="658800"/>
            <a:ext cx="302400" cy="154800"/>
          </a:xfrm>
          <a:prstGeom prst="rect">
            <a:avLst/>
          </a:prstGeom>
          <a:solidFill>
            <a:srgbClr val="CAE1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panel_B_R02_row_2_delta_-0.05828_n_7204"/>
          <p:cNvSpPr/>
          <p:nvPr/>
        </p:nvSpPr>
        <p:spPr>
          <a:xfrm>
            <a:off x="3441600" y="658800"/>
            <a:ext cx="302400" cy="154800"/>
          </a:xfrm>
          <a:prstGeom prst="rect">
            <a:avLst/>
          </a:prstGeom>
          <a:solidFill>
            <a:srgbClr val="A5CE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panel_B_R03_row_2_delta_-0.07219_n_2262"/>
          <p:cNvSpPr/>
          <p:nvPr/>
        </p:nvSpPr>
        <p:spPr>
          <a:xfrm>
            <a:off x="3744000" y="658800"/>
            <a:ext cx="302400" cy="154800"/>
          </a:xfrm>
          <a:prstGeom prst="rect">
            <a:avLst/>
          </a:prstGeom>
          <a:solidFill>
            <a:srgbClr val="87BE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panel_B_R04_row_2_delta_-0.00752_n_865"/>
          <p:cNvSpPr/>
          <p:nvPr/>
        </p:nvSpPr>
        <p:spPr>
          <a:xfrm>
            <a:off x="4046400" y="658800"/>
            <a:ext cx="302400" cy="154800"/>
          </a:xfrm>
          <a:prstGeom prst="rect">
            <a:avLst/>
          </a:prstGeom>
          <a:solidFill>
            <a:srgbClr val="EFF3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panel_B_R05_row_2_delta_-0.00915_n_308"/>
          <p:cNvSpPr/>
          <p:nvPr/>
        </p:nvSpPr>
        <p:spPr>
          <a:xfrm>
            <a:off x="4348800" y="658800"/>
            <a:ext cx="302400" cy="154800"/>
          </a:xfrm>
          <a:prstGeom prst="rect">
            <a:avLst/>
          </a:prstGeom>
          <a:solidFill>
            <a:srgbClr val="ED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panel_B_R09_row_2_delta_-0.13512_n_320"/>
          <p:cNvSpPr/>
          <p:nvPr/>
        </p:nvSpPr>
        <p:spPr>
          <a:xfrm>
            <a:off x="4651200" y="658800"/>
            <a:ext cx="302400" cy="154800"/>
          </a:xfrm>
          <a:prstGeom prst="rect">
            <a:avLst/>
          </a:prstGeom>
          <a:solidFill>
            <a:srgbClr val="2267A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panel_B_R01_row_3_delta_-0.07196_n_775"/>
          <p:cNvSpPr/>
          <p:nvPr/>
        </p:nvSpPr>
        <p:spPr>
          <a:xfrm>
            <a:off x="3139200" y="813599"/>
            <a:ext cx="302400" cy="154800"/>
          </a:xfrm>
          <a:prstGeom prst="rect">
            <a:avLst/>
          </a:prstGeom>
          <a:solidFill>
            <a:srgbClr val="87BE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panel_B_R02_row_3_delta_-0.10723_n_2463"/>
          <p:cNvSpPr/>
          <p:nvPr/>
        </p:nvSpPr>
        <p:spPr>
          <a:xfrm>
            <a:off x="3441600" y="813599"/>
            <a:ext cx="302400" cy="154800"/>
          </a:xfrm>
          <a:prstGeom prst="rect">
            <a:avLst/>
          </a:prstGeom>
          <a:solidFill>
            <a:srgbClr val="3E8C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panel_B_R03_row_3_delta_-0.05566_n_893"/>
          <p:cNvSpPr/>
          <p:nvPr/>
        </p:nvSpPr>
        <p:spPr>
          <a:xfrm>
            <a:off x="3744000" y="813599"/>
            <a:ext cx="302400" cy="154800"/>
          </a:xfrm>
          <a:prstGeom prst="rect">
            <a:avLst/>
          </a:prstGeom>
          <a:solidFill>
            <a:srgbClr val="A9D1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panel_B_R04_row_3_delta_+0.04658_n_305"/>
          <p:cNvSpPr/>
          <p:nvPr/>
        </p:nvSpPr>
        <p:spPr>
          <a:xfrm>
            <a:off x="4046400" y="813599"/>
            <a:ext cx="302400" cy="154800"/>
          </a:xfrm>
          <a:prstGeom prst="rect">
            <a:avLst/>
          </a:prstGeom>
          <a:solidFill>
            <a:srgbClr val="F9C6A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anel_B_R05_row_3_delta_+0.01127_n_86"/>
          <p:cNvSpPr/>
          <p:nvPr/>
        </p:nvSpPr>
        <p:spPr>
          <a:xfrm>
            <a:off x="4348800" y="813599"/>
            <a:ext cx="302400" cy="154800"/>
          </a:xfrm>
          <a:prstGeom prst="rect">
            <a:avLst/>
          </a:prstGeom>
          <a:solidFill>
            <a:srgbClr val="F9EE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anel_B_R09_row_3_delta_-0.16051_n_41"/>
          <p:cNvSpPr/>
          <p:nvPr/>
        </p:nvSpPr>
        <p:spPr>
          <a:xfrm>
            <a:off x="4651200" y="813599"/>
            <a:ext cx="302400" cy="154800"/>
          </a:xfrm>
          <a:prstGeom prst="rect">
            <a:avLst/>
          </a:prstGeom>
          <a:solidFill>
            <a:srgbClr val="0D3F7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anel_B_R01_row_4_delta_-0.07261_n_1242"/>
          <p:cNvSpPr/>
          <p:nvPr/>
        </p:nvSpPr>
        <p:spPr>
          <a:xfrm>
            <a:off x="3139200" y="968400"/>
            <a:ext cx="302400" cy="154800"/>
          </a:xfrm>
          <a:prstGeom prst="rect">
            <a:avLst/>
          </a:prstGeom>
          <a:solidFill>
            <a:srgbClr val="87BE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panel_B_R02_row_4_delta_-0.10695_n_1859"/>
          <p:cNvSpPr/>
          <p:nvPr/>
        </p:nvSpPr>
        <p:spPr>
          <a:xfrm>
            <a:off x="3441600" y="968400"/>
            <a:ext cx="302400" cy="154800"/>
          </a:xfrm>
          <a:prstGeom prst="rect">
            <a:avLst/>
          </a:prstGeom>
          <a:solidFill>
            <a:srgbClr val="3E8C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anel_B_R03_row_4_delta_-0.10471_n_1446"/>
          <p:cNvSpPr/>
          <p:nvPr/>
        </p:nvSpPr>
        <p:spPr>
          <a:xfrm>
            <a:off x="3744000" y="968400"/>
            <a:ext cx="302400" cy="154800"/>
          </a:xfrm>
          <a:prstGeom prst="rect">
            <a:avLst/>
          </a:prstGeom>
          <a:solidFill>
            <a:srgbClr val="408FC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panel_B_R04_row_4_delta_-0.01714_n_345"/>
          <p:cNvSpPr/>
          <p:nvPr/>
        </p:nvSpPr>
        <p:spPr>
          <a:xfrm>
            <a:off x="4046400" y="968400"/>
            <a:ext cx="302400" cy="154800"/>
          </a:xfrm>
          <a:prstGeom prst="rect">
            <a:avLst/>
          </a:prstGeom>
          <a:solidFill>
            <a:srgbClr val="E4EE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anel_B_R05_row_4_delta_-0.00950_n_130"/>
          <p:cNvSpPr/>
          <p:nvPr/>
        </p:nvSpPr>
        <p:spPr>
          <a:xfrm>
            <a:off x="4348800" y="968400"/>
            <a:ext cx="302400" cy="154800"/>
          </a:xfrm>
          <a:prstGeom prst="rect">
            <a:avLst/>
          </a:prstGeom>
          <a:solidFill>
            <a:srgbClr val="EC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panel_B_R09_row_4_delta_-0.12904_n_344"/>
          <p:cNvSpPr/>
          <p:nvPr/>
        </p:nvSpPr>
        <p:spPr>
          <a:xfrm>
            <a:off x="4651200" y="968400"/>
            <a:ext cx="302400" cy="154800"/>
          </a:xfrm>
          <a:prstGeom prst="rect">
            <a:avLst/>
          </a:prstGeom>
          <a:solidFill>
            <a:srgbClr val="276EB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panel_B_R01_row_5_delta_-0.04237_n_4464"/>
          <p:cNvSpPr/>
          <p:nvPr/>
        </p:nvSpPr>
        <p:spPr>
          <a:xfrm>
            <a:off x="3139200" y="1123200"/>
            <a:ext cx="302400" cy="154800"/>
          </a:xfrm>
          <a:prstGeom prst="rect">
            <a:avLst/>
          </a:prstGeom>
          <a:solidFill>
            <a:srgbClr val="C2DD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panel_B_R02_row_5_delta_-0.05400_n_9435"/>
          <p:cNvSpPr/>
          <p:nvPr/>
        </p:nvSpPr>
        <p:spPr>
          <a:xfrm>
            <a:off x="3441600" y="1123200"/>
            <a:ext cx="302400" cy="154800"/>
          </a:xfrm>
          <a:prstGeom prst="rect">
            <a:avLst/>
          </a:prstGeom>
          <a:solidFill>
            <a:srgbClr val="ACD2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anel_B_R03_row_5_delta_-0.05630_n_4081"/>
          <p:cNvSpPr/>
          <p:nvPr/>
        </p:nvSpPr>
        <p:spPr>
          <a:xfrm>
            <a:off x="3744000" y="1123200"/>
            <a:ext cx="302400" cy="154800"/>
          </a:xfrm>
          <a:prstGeom prst="rect">
            <a:avLst/>
          </a:prstGeom>
          <a:solidFill>
            <a:srgbClr val="A7D0E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panel_B_R04_row_5_delta_-0.00215_n_1119"/>
          <p:cNvSpPr/>
          <p:nvPr/>
        </p:nvSpPr>
        <p:spPr>
          <a:xfrm>
            <a:off x="4046400" y="1123200"/>
            <a:ext cx="302400" cy="154800"/>
          </a:xfrm>
          <a:prstGeom prst="rect">
            <a:avLst/>
          </a:prstGeom>
          <a:solidFill>
            <a:srgbClr val="F5F6F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anel_B_R05_row_5_delta_-0.00839_n_568"/>
          <p:cNvSpPr/>
          <p:nvPr/>
        </p:nvSpPr>
        <p:spPr>
          <a:xfrm>
            <a:off x="4348800" y="1123200"/>
            <a:ext cx="302400" cy="154800"/>
          </a:xfrm>
          <a:prstGeom prst="rect">
            <a:avLst/>
          </a:prstGeom>
          <a:solidFill>
            <a:srgbClr val="ED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panel_B_R09_row_5_delta_-0.10202_n_775"/>
          <p:cNvSpPr/>
          <p:nvPr/>
        </p:nvSpPr>
        <p:spPr>
          <a:xfrm>
            <a:off x="4651200" y="1123200"/>
            <a:ext cx="302400" cy="154800"/>
          </a:xfrm>
          <a:prstGeom prst="rect">
            <a:avLst/>
          </a:prstGeom>
          <a:solidFill>
            <a:srgbClr val="4393C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panel_B_R01_row_6_delta_-0.05163_n_2341"/>
          <p:cNvSpPr/>
          <p:nvPr/>
        </p:nvSpPr>
        <p:spPr>
          <a:xfrm>
            <a:off x="3139200" y="1278000"/>
            <a:ext cx="302400" cy="154800"/>
          </a:xfrm>
          <a:prstGeom prst="rect">
            <a:avLst/>
          </a:prstGeom>
          <a:solidFill>
            <a:srgbClr val="B1D5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anel_B_R02_row_6_delta_-0.08926_n_6643"/>
          <p:cNvSpPr/>
          <p:nvPr/>
        </p:nvSpPr>
        <p:spPr>
          <a:xfrm>
            <a:off x="3441600" y="1278000"/>
            <a:ext cx="302400" cy="154800"/>
          </a:xfrm>
          <a:prstGeom prst="rect">
            <a:avLst/>
          </a:prstGeom>
          <a:solidFill>
            <a:srgbClr val="5FA5C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panel_B_R03_row_6_delta_-0.07912_n_2458"/>
          <p:cNvSpPr/>
          <p:nvPr/>
        </p:nvSpPr>
        <p:spPr>
          <a:xfrm>
            <a:off x="3744000" y="1278000"/>
            <a:ext cx="302400" cy="154800"/>
          </a:xfrm>
          <a:prstGeom prst="rect">
            <a:avLst/>
          </a:prstGeom>
          <a:solidFill>
            <a:srgbClr val="78B4D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anel_B_R04_row_6_delta_+0.00239_n_533"/>
          <p:cNvSpPr/>
          <p:nvPr/>
        </p:nvSpPr>
        <p:spPr>
          <a:xfrm>
            <a:off x="4046400" y="1278000"/>
            <a:ext cx="302400" cy="154800"/>
          </a:xfrm>
          <a:prstGeom prst="rect">
            <a:avLst/>
          </a:prstGeom>
          <a:solidFill>
            <a:srgbClr val="F7F5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panel_B_R05_row_6_delta_-0.01433_n_282"/>
          <p:cNvSpPr/>
          <p:nvPr/>
        </p:nvSpPr>
        <p:spPr>
          <a:xfrm>
            <a:off x="4348800" y="1278000"/>
            <a:ext cx="302400" cy="154800"/>
          </a:xfrm>
          <a:prstGeom prst="rect">
            <a:avLst/>
          </a:prstGeom>
          <a:solidFill>
            <a:srgbClr val="E7F0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panel_B_R09_row_6_delta_-0.12188_n_163"/>
          <p:cNvSpPr/>
          <p:nvPr/>
        </p:nvSpPr>
        <p:spPr>
          <a:xfrm>
            <a:off x="4651200" y="1278000"/>
            <a:ext cx="302400" cy="154800"/>
          </a:xfrm>
          <a:prstGeom prst="rect">
            <a:avLst/>
          </a:prstGeom>
          <a:solidFill>
            <a:srgbClr val="2F79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panel_B_R01_row_7_delta_-0.04161_n_3854"/>
          <p:cNvSpPr/>
          <p:nvPr/>
        </p:nvSpPr>
        <p:spPr>
          <a:xfrm>
            <a:off x="3139200" y="1432800"/>
            <a:ext cx="302400" cy="154800"/>
          </a:xfrm>
          <a:prstGeom prst="rect">
            <a:avLst/>
          </a:prstGeom>
          <a:solidFill>
            <a:srgbClr val="C2DDE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panel_B_R02_row_7_delta_-0.08895_n_6204"/>
          <p:cNvSpPr/>
          <p:nvPr/>
        </p:nvSpPr>
        <p:spPr>
          <a:xfrm>
            <a:off x="3441600" y="1432800"/>
            <a:ext cx="302400" cy="154800"/>
          </a:xfrm>
          <a:prstGeom prst="rect">
            <a:avLst/>
          </a:prstGeom>
          <a:solidFill>
            <a:srgbClr val="62A7C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panel_B_R03_row_7_delta_-0.08281_n_3579"/>
          <p:cNvSpPr/>
          <p:nvPr/>
        </p:nvSpPr>
        <p:spPr>
          <a:xfrm>
            <a:off x="3744000" y="1432800"/>
            <a:ext cx="302400" cy="154800"/>
          </a:xfrm>
          <a:prstGeom prst="rect">
            <a:avLst/>
          </a:prstGeom>
          <a:solidFill>
            <a:srgbClr val="6EAED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panel_B_R04_row_7_delta_+0.00591_n_756"/>
          <p:cNvSpPr/>
          <p:nvPr/>
        </p:nvSpPr>
        <p:spPr>
          <a:xfrm>
            <a:off x="4046400" y="1432800"/>
            <a:ext cx="302400" cy="154800"/>
          </a:xfrm>
          <a:prstGeom prst="rect">
            <a:avLst/>
          </a:prstGeom>
          <a:solidFill>
            <a:srgbClr val="F8F2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panel_B_R05_row_7_delta_-0.02989_n_389"/>
          <p:cNvSpPr/>
          <p:nvPr/>
        </p:nvSpPr>
        <p:spPr>
          <a:xfrm>
            <a:off x="4348800" y="1432800"/>
            <a:ext cx="302400" cy="154800"/>
          </a:xfrm>
          <a:prstGeom prst="rect">
            <a:avLst/>
          </a:prstGeom>
          <a:solidFill>
            <a:srgbClr val="D5E7F1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panel_B_R09_row_7_delta_-0.12577_n_620"/>
          <p:cNvSpPr/>
          <p:nvPr/>
        </p:nvSpPr>
        <p:spPr>
          <a:xfrm>
            <a:off x="4651200" y="1432800"/>
            <a:ext cx="302400" cy="154800"/>
          </a:xfrm>
          <a:prstGeom prst="rect">
            <a:avLst/>
          </a:prstGeom>
          <a:solidFill>
            <a:srgbClr val="2B73B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panel_B_R01_row_8_delta_-0.05675_n_4193"/>
          <p:cNvSpPr/>
          <p:nvPr/>
        </p:nvSpPr>
        <p:spPr>
          <a:xfrm>
            <a:off x="3139200" y="1587600"/>
            <a:ext cx="302400" cy="154800"/>
          </a:xfrm>
          <a:prstGeom prst="rect">
            <a:avLst/>
          </a:prstGeom>
          <a:solidFill>
            <a:srgbClr val="A7D0E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panel_B_R02_row_8_delta_-0.06591_n_11733"/>
          <p:cNvSpPr/>
          <p:nvPr/>
        </p:nvSpPr>
        <p:spPr>
          <a:xfrm>
            <a:off x="3441600" y="1587600"/>
            <a:ext cx="302400" cy="154800"/>
          </a:xfrm>
          <a:prstGeom prst="rect">
            <a:avLst/>
          </a:prstGeom>
          <a:solidFill>
            <a:srgbClr val="96C7D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panel_B_R03_row_8_delta_-0.06668_n_4406"/>
          <p:cNvSpPr/>
          <p:nvPr/>
        </p:nvSpPr>
        <p:spPr>
          <a:xfrm>
            <a:off x="3744000" y="1587600"/>
            <a:ext cx="302400" cy="154800"/>
          </a:xfrm>
          <a:prstGeom prst="rect">
            <a:avLst/>
          </a:prstGeom>
          <a:solidFill>
            <a:srgbClr val="93C6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panel_B_R04_row_8_delta_-0.00847_n_1241"/>
          <p:cNvSpPr/>
          <p:nvPr/>
        </p:nvSpPr>
        <p:spPr>
          <a:xfrm>
            <a:off x="4046400" y="1587600"/>
            <a:ext cx="302400" cy="154800"/>
          </a:xfrm>
          <a:prstGeom prst="rect">
            <a:avLst/>
          </a:prstGeom>
          <a:solidFill>
            <a:srgbClr val="ED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panel_B_R05_row_8_delta_-0.00002_n_591"/>
          <p:cNvSpPr/>
          <p:nvPr/>
        </p:nvSpPr>
        <p:spPr>
          <a:xfrm>
            <a:off x="4348800" y="1587600"/>
            <a:ext cx="302400" cy="154800"/>
          </a:xfrm>
          <a:prstGeom prst="rect">
            <a:avLst/>
          </a:prstGeom>
          <a:solidFill>
            <a:srgbClr val="F6F7F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panel_B_R09_row_8_delta_-0.10144_n_662"/>
          <p:cNvSpPr/>
          <p:nvPr/>
        </p:nvSpPr>
        <p:spPr>
          <a:xfrm>
            <a:off x="4651200" y="1587600"/>
            <a:ext cx="302400" cy="154800"/>
          </a:xfrm>
          <a:prstGeom prst="rect">
            <a:avLst/>
          </a:prstGeom>
          <a:solidFill>
            <a:srgbClr val="4393C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panel_B_R01_row_9_delta_-0.03895_n_856"/>
          <p:cNvSpPr/>
          <p:nvPr/>
        </p:nvSpPr>
        <p:spPr>
          <a:xfrm>
            <a:off x="3139200" y="1742400"/>
            <a:ext cx="302400" cy="154800"/>
          </a:xfrm>
          <a:prstGeom prst="rect">
            <a:avLst/>
          </a:prstGeom>
          <a:solidFill>
            <a:srgbClr val="C7E0E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panel_B_R02_row_9_delta_-0.08888_n_850"/>
          <p:cNvSpPr/>
          <p:nvPr/>
        </p:nvSpPr>
        <p:spPr>
          <a:xfrm>
            <a:off x="3441600" y="1742400"/>
            <a:ext cx="302400" cy="154800"/>
          </a:xfrm>
          <a:prstGeom prst="rect">
            <a:avLst/>
          </a:prstGeom>
          <a:solidFill>
            <a:srgbClr val="62A7C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panel_B_R03_row_9_delta_-0.07942_n_899"/>
          <p:cNvSpPr/>
          <p:nvPr/>
        </p:nvSpPr>
        <p:spPr>
          <a:xfrm>
            <a:off x="3744000" y="1742400"/>
            <a:ext cx="302400" cy="154800"/>
          </a:xfrm>
          <a:prstGeom prst="rect">
            <a:avLst/>
          </a:prstGeom>
          <a:solidFill>
            <a:srgbClr val="78B4D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panel_B_R04_row_9_delta_-0.00592_n_98"/>
          <p:cNvSpPr/>
          <p:nvPr/>
        </p:nvSpPr>
        <p:spPr>
          <a:xfrm>
            <a:off x="4046400" y="1742400"/>
            <a:ext cx="302400" cy="154800"/>
          </a:xfrm>
          <a:prstGeom prst="rect">
            <a:avLst/>
          </a:prstGeom>
          <a:solidFill>
            <a:srgbClr val="F0F4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panel_B_R05_row_9_delta_-0.03632_n_87"/>
          <p:cNvSpPr/>
          <p:nvPr/>
        </p:nvSpPr>
        <p:spPr>
          <a:xfrm>
            <a:off x="4348800" y="1742400"/>
            <a:ext cx="302400" cy="154800"/>
          </a:xfrm>
          <a:prstGeom prst="rect">
            <a:avLst/>
          </a:prstGeom>
          <a:solidFill>
            <a:srgbClr val="CCE2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panel_B_R09_row_9_delta_-0.16355_n_284"/>
          <p:cNvSpPr/>
          <p:nvPr/>
        </p:nvSpPr>
        <p:spPr>
          <a:xfrm>
            <a:off x="4651200" y="1742400"/>
            <a:ext cx="302400" cy="154800"/>
          </a:xfrm>
          <a:prstGeom prst="rect">
            <a:avLst/>
          </a:prstGeom>
          <a:solidFill>
            <a:srgbClr val="09386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panel_B_R01_row_10_delta_-0.05082_n_7191"/>
          <p:cNvSpPr/>
          <p:nvPr/>
        </p:nvSpPr>
        <p:spPr>
          <a:xfrm>
            <a:off x="3139200" y="1897199"/>
            <a:ext cx="302400" cy="154800"/>
          </a:xfrm>
          <a:prstGeom prst="rect">
            <a:avLst/>
          </a:prstGeom>
          <a:solidFill>
            <a:srgbClr val="B1D5E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panel_B_R02_row_10_delta_-0.07320_n_17087"/>
          <p:cNvSpPr/>
          <p:nvPr/>
        </p:nvSpPr>
        <p:spPr>
          <a:xfrm>
            <a:off x="3441600" y="1897199"/>
            <a:ext cx="302400" cy="154800"/>
          </a:xfrm>
          <a:prstGeom prst="rect">
            <a:avLst/>
          </a:prstGeom>
          <a:solidFill>
            <a:srgbClr val="84BC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panel_B_R03_row_10_delta_-0.07383_n_7086"/>
          <p:cNvSpPr/>
          <p:nvPr/>
        </p:nvSpPr>
        <p:spPr>
          <a:xfrm>
            <a:off x="3744000" y="1897199"/>
            <a:ext cx="302400" cy="154800"/>
          </a:xfrm>
          <a:prstGeom prst="rect">
            <a:avLst/>
          </a:prstGeom>
          <a:solidFill>
            <a:srgbClr val="84BC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panel_B_R04_row_10_delta_-0.00318_n_1899"/>
          <p:cNvSpPr/>
          <p:nvPr/>
        </p:nvSpPr>
        <p:spPr>
          <a:xfrm>
            <a:off x="4046400" y="1897199"/>
            <a:ext cx="302400" cy="154800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panel_B_R05_row_10_delta_-0.00861_n_893"/>
          <p:cNvSpPr/>
          <p:nvPr/>
        </p:nvSpPr>
        <p:spPr>
          <a:xfrm>
            <a:off x="4348800" y="1897199"/>
            <a:ext cx="302400" cy="154800"/>
          </a:xfrm>
          <a:prstGeom prst="rect">
            <a:avLst/>
          </a:prstGeom>
          <a:solidFill>
            <a:srgbClr val="ED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panel_B_R09_row_10_delta_-0.10011_n_998"/>
          <p:cNvSpPr/>
          <p:nvPr/>
        </p:nvSpPr>
        <p:spPr>
          <a:xfrm>
            <a:off x="4651200" y="1897199"/>
            <a:ext cx="302400" cy="154800"/>
          </a:xfrm>
          <a:prstGeom prst="rect">
            <a:avLst/>
          </a:prstGeom>
          <a:solidFill>
            <a:srgbClr val="4695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panel_B_R01_row_11_delta_-0.05192_n_2903"/>
          <p:cNvSpPr/>
          <p:nvPr/>
        </p:nvSpPr>
        <p:spPr>
          <a:xfrm>
            <a:off x="3139200" y="2051999"/>
            <a:ext cx="302400" cy="154800"/>
          </a:xfrm>
          <a:prstGeom prst="rect">
            <a:avLst/>
          </a:prstGeom>
          <a:solidFill>
            <a:srgbClr val="AED3E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panel_B_R02_row_11_delta_-0.07138_n_7454"/>
          <p:cNvSpPr/>
          <p:nvPr/>
        </p:nvSpPr>
        <p:spPr>
          <a:xfrm>
            <a:off x="3441600" y="2051999"/>
            <a:ext cx="302400" cy="154800"/>
          </a:xfrm>
          <a:prstGeom prst="rect">
            <a:avLst/>
          </a:prstGeom>
          <a:solidFill>
            <a:srgbClr val="8AC0D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panel_B_R03_row_11_delta_-0.08924_n_3675"/>
          <p:cNvSpPr/>
          <p:nvPr/>
        </p:nvSpPr>
        <p:spPr>
          <a:xfrm>
            <a:off x="3744000" y="2051999"/>
            <a:ext cx="302400" cy="154800"/>
          </a:xfrm>
          <a:prstGeom prst="rect">
            <a:avLst/>
          </a:prstGeom>
          <a:solidFill>
            <a:srgbClr val="5FA5C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panel_B_R04_row_11_delta_-0.03845_n_451"/>
          <p:cNvSpPr/>
          <p:nvPr/>
        </p:nvSpPr>
        <p:spPr>
          <a:xfrm>
            <a:off x="4046400" y="2051999"/>
            <a:ext cx="302400" cy="154800"/>
          </a:xfrm>
          <a:prstGeom prst="rect">
            <a:avLst/>
          </a:prstGeom>
          <a:solidFill>
            <a:srgbClr val="CAE1E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panel_B_R05_row_11_delta_-0.00131_n_360"/>
          <p:cNvSpPr/>
          <p:nvPr/>
        </p:nvSpPr>
        <p:spPr>
          <a:xfrm>
            <a:off x="4348800" y="2051999"/>
            <a:ext cx="302400" cy="154800"/>
          </a:xfrm>
          <a:prstGeom prst="rect">
            <a:avLst/>
          </a:prstGeom>
          <a:solidFill>
            <a:srgbClr val="F6F7F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panel_B_R09_row_11_delta_-0.11964_n_504"/>
          <p:cNvSpPr/>
          <p:nvPr/>
        </p:nvSpPr>
        <p:spPr>
          <a:xfrm>
            <a:off x="4651200" y="2051999"/>
            <a:ext cx="302400" cy="154800"/>
          </a:xfrm>
          <a:prstGeom prst="rect">
            <a:avLst/>
          </a:prstGeom>
          <a:solidFill>
            <a:srgbClr val="307AB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panel_B_R01_row_12_delta_-0.04842_n_5144"/>
          <p:cNvSpPr/>
          <p:nvPr/>
        </p:nvSpPr>
        <p:spPr>
          <a:xfrm>
            <a:off x="3139200" y="2206799"/>
            <a:ext cx="302400" cy="154800"/>
          </a:xfrm>
          <a:prstGeom prst="rect">
            <a:avLst/>
          </a:prstGeom>
          <a:solidFill>
            <a:srgbClr val="B6D7E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anel_B_R02_row_12_delta_-0.07586_n_10483"/>
          <p:cNvSpPr/>
          <p:nvPr/>
        </p:nvSpPr>
        <p:spPr>
          <a:xfrm>
            <a:off x="3441600" y="2206799"/>
            <a:ext cx="302400" cy="154800"/>
          </a:xfrm>
          <a:prstGeom prst="rect">
            <a:avLst/>
          </a:prstGeom>
          <a:solidFill>
            <a:srgbClr val="7EB8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panel_B_R03_row_12_delta_-0.05913_n_4310"/>
          <p:cNvSpPr/>
          <p:nvPr/>
        </p:nvSpPr>
        <p:spPr>
          <a:xfrm>
            <a:off x="3744000" y="2206799"/>
            <a:ext cx="302400" cy="154800"/>
          </a:xfrm>
          <a:prstGeom prst="rect">
            <a:avLst/>
          </a:prstGeom>
          <a:solidFill>
            <a:srgbClr val="A2CDE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panel_B_R04_row_12_delta_+0.00632_n_1546"/>
          <p:cNvSpPr/>
          <p:nvPr/>
        </p:nvSpPr>
        <p:spPr>
          <a:xfrm>
            <a:off x="4046400" y="2206799"/>
            <a:ext cx="302400" cy="154800"/>
          </a:xfrm>
          <a:prstGeom prst="rect">
            <a:avLst/>
          </a:prstGeom>
          <a:solidFill>
            <a:srgbClr val="F8F2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panel_B_R05_row_12_delta_-0.01510_n_620"/>
          <p:cNvSpPr/>
          <p:nvPr/>
        </p:nvSpPr>
        <p:spPr>
          <a:xfrm>
            <a:off x="4348800" y="2206799"/>
            <a:ext cx="302400" cy="154800"/>
          </a:xfrm>
          <a:prstGeom prst="rect">
            <a:avLst/>
          </a:prstGeom>
          <a:solidFill>
            <a:srgbClr val="E6EF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panel_B_R09_row_12_delta_-0.10893_n_778"/>
          <p:cNvSpPr/>
          <p:nvPr/>
        </p:nvSpPr>
        <p:spPr>
          <a:xfrm>
            <a:off x="4651200" y="2206799"/>
            <a:ext cx="302400" cy="154800"/>
          </a:xfrm>
          <a:prstGeom prst="rect">
            <a:avLst/>
          </a:prstGeom>
          <a:solidFill>
            <a:srgbClr val="3B88B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panel_B_R01_row_13_delta_-0.04836_n_5942"/>
          <p:cNvSpPr/>
          <p:nvPr/>
        </p:nvSpPr>
        <p:spPr>
          <a:xfrm>
            <a:off x="3139200" y="2361600"/>
            <a:ext cx="302400" cy="154800"/>
          </a:xfrm>
          <a:prstGeom prst="rect">
            <a:avLst/>
          </a:prstGeom>
          <a:solidFill>
            <a:srgbClr val="B6D7E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panel_B_R02_row_13_delta_-0.07968_n_10660"/>
          <p:cNvSpPr/>
          <p:nvPr/>
        </p:nvSpPr>
        <p:spPr>
          <a:xfrm>
            <a:off x="3441600" y="2361600"/>
            <a:ext cx="302400" cy="154800"/>
          </a:xfrm>
          <a:prstGeom prst="rect">
            <a:avLst/>
          </a:prstGeom>
          <a:solidFill>
            <a:srgbClr val="78B4D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panel_B_R03_row_13_delta_-0.07595_n_6497"/>
          <p:cNvSpPr/>
          <p:nvPr/>
        </p:nvSpPr>
        <p:spPr>
          <a:xfrm>
            <a:off x="3744000" y="2361600"/>
            <a:ext cx="302400" cy="154800"/>
          </a:xfrm>
          <a:prstGeom prst="rect">
            <a:avLst/>
          </a:prstGeom>
          <a:solidFill>
            <a:srgbClr val="7EB8D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panel_B_R04_row_13_delta_+0.00863_n_1097"/>
          <p:cNvSpPr/>
          <p:nvPr/>
        </p:nvSpPr>
        <p:spPr>
          <a:xfrm>
            <a:off x="4046400" y="2361600"/>
            <a:ext cx="302400" cy="154800"/>
          </a:xfrm>
          <a:prstGeom prst="rect">
            <a:avLst/>
          </a:prstGeom>
          <a:solidFill>
            <a:srgbClr val="F9F0E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panel_B_R05_row_13_delta_-0.01069_n_720"/>
          <p:cNvSpPr/>
          <p:nvPr/>
        </p:nvSpPr>
        <p:spPr>
          <a:xfrm>
            <a:off x="4348800" y="2361600"/>
            <a:ext cx="302400" cy="154800"/>
          </a:xfrm>
          <a:prstGeom prst="rect">
            <a:avLst/>
          </a:prstGeom>
          <a:solidFill>
            <a:srgbClr val="EAF1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panel_B_R09_row_13_delta_-0.10935_n_1016"/>
          <p:cNvSpPr/>
          <p:nvPr/>
        </p:nvSpPr>
        <p:spPr>
          <a:xfrm>
            <a:off x="4651200" y="2361600"/>
            <a:ext cx="302400" cy="154800"/>
          </a:xfrm>
          <a:prstGeom prst="rect">
            <a:avLst/>
          </a:prstGeom>
          <a:solidFill>
            <a:srgbClr val="3B88B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panel_B_R01_row_14_delta_-0.05318_n_2105"/>
          <p:cNvSpPr/>
          <p:nvPr/>
        </p:nvSpPr>
        <p:spPr>
          <a:xfrm>
            <a:off x="3139200" y="2516400"/>
            <a:ext cx="302400" cy="154800"/>
          </a:xfrm>
          <a:prstGeom prst="rect">
            <a:avLst/>
          </a:prstGeom>
          <a:solidFill>
            <a:srgbClr val="ACD2E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panel_B_R02_row_14_delta_-0.06524_n_7277"/>
          <p:cNvSpPr/>
          <p:nvPr/>
        </p:nvSpPr>
        <p:spPr>
          <a:xfrm>
            <a:off x="3441600" y="2516400"/>
            <a:ext cx="302400" cy="154800"/>
          </a:xfrm>
          <a:prstGeom prst="rect">
            <a:avLst/>
          </a:prstGeom>
          <a:solidFill>
            <a:srgbClr val="96C7D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panel_B_R03_row_14_delta_-0.06689_n_1488"/>
          <p:cNvSpPr/>
          <p:nvPr/>
        </p:nvSpPr>
        <p:spPr>
          <a:xfrm>
            <a:off x="3744000" y="2516400"/>
            <a:ext cx="302400" cy="154800"/>
          </a:xfrm>
          <a:prstGeom prst="rect">
            <a:avLst/>
          </a:prstGeom>
          <a:solidFill>
            <a:srgbClr val="93C6D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panel_B_R04_row_14_delta_-0.01734_n_900"/>
          <p:cNvSpPr/>
          <p:nvPr/>
        </p:nvSpPr>
        <p:spPr>
          <a:xfrm>
            <a:off x="4046400" y="2516400"/>
            <a:ext cx="302400" cy="154800"/>
          </a:xfrm>
          <a:prstGeom prst="rect">
            <a:avLst/>
          </a:prstGeom>
          <a:solidFill>
            <a:srgbClr val="E3EDF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panel_B_R05_row_14_delta_-0.00954_n_260"/>
          <p:cNvSpPr/>
          <p:nvPr/>
        </p:nvSpPr>
        <p:spPr>
          <a:xfrm>
            <a:off x="4348800" y="2516400"/>
            <a:ext cx="302400" cy="154800"/>
          </a:xfrm>
          <a:prstGeom prst="rect">
            <a:avLst/>
          </a:prstGeom>
          <a:solidFill>
            <a:srgbClr val="ECF2F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panel_B_R09_row_14_delta_-0.12418_n_266"/>
          <p:cNvSpPr/>
          <p:nvPr/>
        </p:nvSpPr>
        <p:spPr>
          <a:xfrm>
            <a:off x="4651200" y="2516400"/>
            <a:ext cx="302400" cy="154800"/>
          </a:xfrm>
          <a:prstGeom prst="rect">
            <a:avLst/>
          </a:prstGeom>
          <a:solidFill>
            <a:srgbClr val="2C75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panel_B_R01_row_15_delta_-0.04714_n_7066"/>
          <p:cNvSpPr/>
          <p:nvPr/>
        </p:nvSpPr>
        <p:spPr>
          <a:xfrm>
            <a:off x="3139200" y="2671200"/>
            <a:ext cx="302400" cy="154800"/>
          </a:xfrm>
          <a:prstGeom prst="rect">
            <a:avLst/>
          </a:prstGeom>
          <a:solidFill>
            <a:srgbClr val="B8D8E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panel_B_R02_row_15_delta_-0.07292_n_15820"/>
          <p:cNvSpPr/>
          <p:nvPr/>
        </p:nvSpPr>
        <p:spPr>
          <a:xfrm>
            <a:off x="3441600" y="2671200"/>
            <a:ext cx="302400" cy="154800"/>
          </a:xfrm>
          <a:prstGeom prst="rect">
            <a:avLst/>
          </a:prstGeom>
          <a:solidFill>
            <a:srgbClr val="87BED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panel_B_R03_row_15_delta_-0.07790_n_6804"/>
          <p:cNvSpPr/>
          <p:nvPr/>
        </p:nvSpPr>
        <p:spPr>
          <a:xfrm>
            <a:off x="3744000" y="2671200"/>
            <a:ext cx="302400" cy="154800"/>
          </a:xfrm>
          <a:prstGeom prst="rect">
            <a:avLst/>
          </a:prstGeom>
          <a:solidFill>
            <a:srgbClr val="7BB6D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panel_B_R04_row_15_delta_-0.01231_n_1784"/>
          <p:cNvSpPr/>
          <p:nvPr/>
        </p:nvSpPr>
        <p:spPr>
          <a:xfrm>
            <a:off x="4046400" y="2671200"/>
            <a:ext cx="302400" cy="154800"/>
          </a:xfrm>
          <a:prstGeom prst="rect">
            <a:avLst/>
          </a:prstGeom>
          <a:solidFill>
            <a:srgbClr val="E9F0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panel_B_R05_row_15_delta_-0.01200_n_851"/>
          <p:cNvSpPr/>
          <p:nvPr/>
        </p:nvSpPr>
        <p:spPr>
          <a:xfrm>
            <a:off x="4348800" y="2671200"/>
            <a:ext cx="302400" cy="154800"/>
          </a:xfrm>
          <a:prstGeom prst="rect">
            <a:avLst/>
          </a:prstGeom>
          <a:solidFill>
            <a:srgbClr val="E9F0F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panel_B_R09_row_15_delta_-0.11229_n_1158"/>
          <p:cNvSpPr/>
          <p:nvPr/>
        </p:nvSpPr>
        <p:spPr>
          <a:xfrm>
            <a:off x="4651200" y="2671200"/>
            <a:ext cx="302400" cy="154800"/>
          </a:xfrm>
          <a:prstGeom prst="rect">
            <a:avLst/>
          </a:prstGeom>
          <a:solidFill>
            <a:srgbClr val="3885B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panel_B_R01_row_16_delta_-0.06823_n_981"/>
          <p:cNvSpPr/>
          <p:nvPr/>
        </p:nvSpPr>
        <p:spPr>
          <a:xfrm>
            <a:off x="3139200" y="2826000"/>
            <a:ext cx="302400" cy="154800"/>
          </a:xfrm>
          <a:prstGeom prst="rect">
            <a:avLst/>
          </a:prstGeom>
          <a:solidFill>
            <a:srgbClr val="90C4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panel_B_R02_row_16_delta_-0.08176_n_2117"/>
          <p:cNvSpPr/>
          <p:nvPr/>
        </p:nvSpPr>
        <p:spPr>
          <a:xfrm>
            <a:off x="3441600" y="2826000"/>
            <a:ext cx="302400" cy="154800"/>
          </a:xfrm>
          <a:prstGeom prst="rect">
            <a:avLst/>
          </a:prstGeom>
          <a:solidFill>
            <a:srgbClr val="71B0D3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panel_B_R03_row_16_delta_-0.05264_n_1181"/>
          <p:cNvSpPr/>
          <p:nvPr/>
        </p:nvSpPr>
        <p:spPr>
          <a:xfrm>
            <a:off x="3744000" y="2826000"/>
            <a:ext cx="302400" cy="154800"/>
          </a:xfrm>
          <a:prstGeom prst="rect">
            <a:avLst/>
          </a:prstGeom>
          <a:solidFill>
            <a:srgbClr val="AED3E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panel_B_R04_row_16_delta_+0.05067_n_213"/>
          <p:cNvSpPr/>
          <p:nvPr/>
        </p:nvSpPr>
        <p:spPr>
          <a:xfrm>
            <a:off x="4046400" y="2826000"/>
            <a:ext cx="302400" cy="154800"/>
          </a:xfrm>
          <a:prstGeom prst="rect">
            <a:avLst/>
          </a:prstGeom>
          <a:solidFill>
            <a:srgbClr val="F8BFA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panel_B_R05_row_16_delta_-0.00042_n_129"/>
          <p:cNvSpPr/>
          <p:nvPr/>
        </p:nvSpPr>
        <p:spPr>
          <a:xfrm>
            <a:off x="4348800" y="2826000"/>
            <a:ext cx="302400" cy="154800"/>
          </a:xfrm>
          <a:prstGeom prst="rect">
            <a:avLst/>
          </a:prstGeom>
          <a:solidFill>
            <a:srgbClr val="F6F7F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panel_B_R09_row_16_delta_-0.11358_n_124"/>
          <p:cNvSpPr/>
          <p:nvPr/>
        </p:nvSpPr>
        <p:spPr>
          <a:xfrm>
            <a:off x="4651200" y="2826000"/>
            <a:ext cx="302400" cy="154800"/>
          </a:xfrm>
          <a:prstGeom prst="rect">
            <a:avLst/>
          </a:prstGeom>
          <a:solidFill>
            <a:srgbClr val="3783B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panel_B_outer_border"/>
          <p:cNvSpPr/>
          <p:nvPr/>
        </p:nvSpPr>
        <p:spPr>
          <a:xfrm>
            <a:off x="3139200" y="503999"/>
            <a:ext cx="1814400" cy="2476800"/>
          </a:xfrm>
          <a:prstGeom prst="rect">
            <a:avLst/>
          </a:prstGeom>
          <a:noFill/>
          <a:ln w="1143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panel_B_group_separator_3"/>
          <p:cNvCxnSpPr/>
          <p:nvPr/>
        </p:nvCxnSpPr>
        <p:spPr>
          <a:xfrm>
            <a:off x="3139200" y="9684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panel_B_group_separator_6"/>
          <p:cNvCxnSpPr/>
          <p:nvPr/>
        </p:nvCxnSpPr>
        <p:spPr>
          <a:xfrm>
            <a:off x="3139200" y="14328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panel_B_group_separator_8"/>
          <p:cNvCxnSpPr/>
          <p:nvPr/>
        </p:nvCxnSpPr>
        <p:spPr>
          <a:xfrm>
            <a:off x="3139200" y="17424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panel_B_group_separator_10"/>
          <p:cNvCxnSpPr/>
          <p:nvPr/>
        </p:nvCxnSpPr>
        <p:spPr>
          <a:xfrm>
            <a:off x="3139200" y="2051999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panel_B_group_separator_12"/>
          <p:cNvCxnSpPr/>
          <p:nvPr/>
        </p:nvCxnSpPr>
        <p:spPr>
          <a:xfrm>
            <a:off x="3139200" y="23616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panel_B_group_separator_14"/>
          <p:cNvCxnSpPr/>
          <p:nvPr/>
        </p:nvCxnSpPr>
        <p:spPr>
          <a:xfrm>
            <a:off x="3139200" y="2671200"/>
            <a:ext cx="1814400" cy="0"/>
          </a:xfrm>
          <a:prstGeom prst="line">
            <a:avLst/>
          </a:prstGeom>
          <a:ln w="10795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panel_B_column_1"/>
          <p:cNvSpPr txBox="1"/>
          <p:nvPr/>
        </p:nvSpPr>
        <p:spPr>
          <a:xfrm rot="18900000">
            <a:off x="30312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AqSolDBc
OOF</a:t>
            </a:r>
          </a:p>
        </p:txBody>
      </p:sp>
      <p:sp>
        <p:nvSpPr>
          <p:cNvPr id="251" name="panel_B_column_2"/>
          <p:cNvSpPr txBox="1"/>
          <p:nvPr/>
        </p:nvSpPr>
        <p:spPr>
          <a:xfrm rot="18900000">
            <a:off x="33336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ComPlat
OOF</a:t>
            </a:r>
          </a:p>
        </p:txBody>
      </p:sp>
      <p:sp>
        <p:nvSpPr>
          <p:cNvPr id="252" name="panel_B_column_3"/>
          <p:cNvSpPr txBox="1"/>
          <p:nvPr/>
        </p:nvSpPr>
        <p:spPr>
          <a:xfrm rot="18900000">
            <a:off x="36360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TDC
OOF</a:t>
            </a:r>
          </a:p>
        </p:txBody>
      </p:sp>
      <p:sp>
        <p:nvSpPr>
          <p:cNvPr id="253" name="panel_B_column_4"/>
          <p:cNvSpPr txBox="1"/>
          <p:nvPr/>
        </p:nvSpPr>
        <p:spPr>
          <a:xfrm rot="18900000">
            <a:off x="39384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TDC
supplied
test</a:t>
            </a:r>
          </a:p>
        </p:txBody>
      </p:sp>
      <p:sp>
        <p:nvSpPr>
          <p:cNvPr id="254" name="panel_B_column_5"/>
          <p:cNvSpPr txBox="1"/>
          <p:nvPr/>
        </p:nvSpPr>
        <p:spPr>
          <a:xfrm rot="18900000">
            <a:off x="42408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JCheM
supplied
test</a:t>
            </a:r>
          </a:p>
        </p:txBody>
      </p:sp>
      <p:sp>
        <p:nvSpPr>
          <p:cNvPr id="255" name="panel_B_column_6"/>
          <p:cNvSpPr txBox="1"/>
          <p:nvPr/>
        </p:nvSpPr>
        <p:spPr>
          <a:xfrm rot="18900000">
            <a:off x="4543200" y="2987999"/>
            <a:ext cx="453600" cy="2016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F2937"/>
                </a:solidFill>
                <a:latin typeface="Arial"/>
              </a:rPr>
              <a:t>ComPlat
supplied
test</a:t>
            </a:r>
          </a:p>
        </p:txBody>
      </p:sp>
      <p:sp>
        <p:nvSpPr>
          <p:cNvPr id="256" name="colorbar_step_1"/>
          <p:cNvSpPr/>
          <p:nvPr/>
        </p:nvSpPr>
        <p:spPr>
          <a:xfrm>
            <a:off x="5130000" y="737999"/>
            <a:ext cx="122400" cy="61200"/>
          </a:xfrm>
          <a:prstGeom prst="rect">
            <a:avLst/>
          </a:prstGeom>
          <a:solidFill>
            <a:srgbClr val="67001F"/>
          </a:solidFill>
          <a:ln>
            <a:solidFill>
              <a:srgbClr val="670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colorbar_step_2"/>
          <p:cNvSpPr/>
          <p:nvPr/>
        </p:nvSpPr>
        <p:spPr>
          <a:xfrm>
            <a:off x="5130000" y="797400"/>
            <a:ext cx="122400" cy="61200"/>
          </a:xfrm>
          <a:prstGeom prst="rect">
            <a:avLst/>
          </a:prstGeom>
          <a:solidFill>
            <a:srgbClr val="7F0823"/>
          </a:solidFill>
          <a:ln>
            <a:solidFill>
              <a:srgbClr val="7F0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colorbar_step_3"/>
          <p:cNvSpPr/>
          <p:nvPr/>
        </p:nvSpPr>
        <p:spPr>
          <a:xfrm>
            <a:off x="5130000" y="856800"/>
            <a:ext cx="122400" cy="61200"/>
          </a:xfrm>
          <a:prstGeom prst="rect">
            <a:avLst/>
          </a:prstGeom>
          <a:solidFill>
            <a:srgbClr val="991027"/>
          </a:solidFill>
          <a:ln>
            <a:solidFill>
              <a:srgbClr val="991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colorbar_step_4"/>
          <p:cNvSpPr/>
          <p:nvPr/>
        </p:nvSpPr>
        <p:spPr>
          <a:xfrm>
            <a:off x="5130000" y="916200"/>
            <a:ext cx="122400" cy="61200"/>
          </a:xfrm>
          <a:prstGeom prst="rect">
            <a:avLst/>
          </a:prstGeom>
          <a:solidFill>
            <a:srgbClr val="B3192C"/>
          </a:solidFill>
          <a:ln>
            <a:solidFill>
              <a:srgbClr val="B3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colorbar_step_5"/>
          <p:cNvSpPr/>
          <p:nvPr/>
        </p:nvSpPr>
        <p:spPr>
          <a:xfrm>
            <a:off x="5130000" y="975600"/>
            <a:ext cx="122400" cy="61200"/>
          </a:xfrm>
          <a:prstGeom prst="rect">
            <a:avLst/>
          </a:prstGeom>
          <a:solidFill>
            <a:srgbClr val="BF3338"/>
          </a:solidFill>
          <a:ln>
            <a:solidFill>
              <a:srgbClr val="BF3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colorbar_step_6"/>
          <p:cNvSpPr/>
          <p:nvPr/>
        </p:nvSpPr>
        <p:spPr>
          <a:xfrm>
            <a:off x="5130000" y="1035000"/>
            <a:ext cx="122400" cy="61200"/>
          </a:xfrm>
          <a:prstGeom prst="rect">
            <a:avLst/>
          </a:prstGeom>
          <a:solidFill>
            <a:srgbClr val="CC4C44"/>
          </a:solidFill>
          <a:ln>
            <a:solidFill>
              <a:srgbClr val="CC4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colorbar_step_7"/>
          <p:cNvSpPr/>
          <p:nvPr/>
        </p:nvSpPr>
        <p:spPr>
          <a:xfrm>
            <a:off x="5130000" y="1094400"/>
            <a:ext cx="122400" cy="61200"/>
          </a:xfrm>
          <a:prstGeom prst="rect">
            <a:avLst/>
          </a:prstGeom>
          <a:solidFill>
            <a:srgbClr val="D7634F"/>
          </a:solidFill>
          <a:ln>
            <a:solidFill>
              <a:srgbClr val="D76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colorbar_step_8"/>
          <p:cNvSpPr/>
          <p:nvPr/>
        </p:nvSpPr>
        <p:spPr>
          <a:xfrm>
            <a:off x="5130000" y="1153800"/>
            <a:ext cx="122400" cy="61200"/>
          </a:xfrm>
          <a:prstGeom prst="rect">
            <a:avLst/>
          </a:prstGeom>
          <a:solidFill>
            <a:srgbClr val="E27B62"/>
          </a:solidFill>
          <a:ln>
            <a:solidFill>
              <a:srgbClr val="E27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colorbar_step_9"/>
          <p:cNvSpPr/>
          <p:nvPr/>
        </p:nvSpPr>
        <p:spPr>
          <a:xfrm>
            <a:off x="5130000" y="1213200"/>
            <a:ext cx="122400" cy="61200"/>
          </a:xfrm>
          <a:prstGeom prst="rect">
            <a:avLst/>
          </a:prstGeom>
          <a:solidFill>
            <a:srgbClr val="EC9374"/>
          </a:solidFill>
          <a:ln>
            <a:solidFill>
              <a:srgbClr val="EC9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colorbar_step_10"/>
          <p:cNvSpPr/>
          <p:nvPr/>
        </p:nvSpPr>
        <p:spPr>
          <a:xfrm>
            <a:off x="5130000" y="1272600"/>
            <a:ext cx="122400" cy="61200"/>
          </a:xfrm>
          <a:prstGeom prst="rect">
            <a:avLst/>
          </a:prstGeom>
          <a:solidFill>
            <a:srgbClr val="F5AA89"/>
          </a:solidFill>
          <a:ln>
            <a:solidFill>
              <a:srgbClr val="F5A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colorbar_step_11"/>
          <p:cNvSpPr/>
          <p:nvPr/>
        </p:nvSpPr>
        <p:spPr>
          <a:xfrm>
            <a:off x="5130000" y="1332000"/>
            <a:ext cx="122400" cy="61200"/>
          </a:xfrm>
          <a:prstGeom prst="rect">
            <a:avLst/>
          </a:prstGeom>
          <a:solidFill>
            <a:srgbClr val="F8BDA1"/>
          </a:solidFill>
          <a:ln>
            <a:solidFill>
              <a:srgbClr val="F8B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colorbar_step_12"/>
          <p:cNvSpPr/>
          <p:nvPr/>
        </p:nvSpPr>
        <p:spPr>
          <a:xfrm>
            <a:off x="5130000" y="1391400"/>
            <a:ext cx="122400" cy="61200"/>
          </a:xfrm>
          <a:prstGeom prst="rect">
            <a:avLst/>
          </a:prstGeom>
          <a:solidFill>
            <a:srgbClr val="FBD0B9"/>
          </a:solidFill>
          <a:ln>
            <a:solidFill>
              <a:srgbClr val="FBD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colorbar_step_13"/>
          <p:cNvSpPr/>
          <p:nvPr/>
        </p:nvSpPr>
        <p:spPr>
          <a:xfrm>
            <a:off x="5130000" y="1450800"/>
            <a:ext cx="122400" cy="61200"/>
          </a:xfrm>
          <a:prstGeom prst="rect">
            <a:avLst/>
          </a:prstGeom>
          <a:solidFill>
            <a:srgbClr val="FCDECD"/>
          </a:solidFill>
          <a:ln>
            <a:solidFill>
              <a:srgbClr val="FC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colorbar_step_14"/>
          <p:cNvSpPr/>
          <p:nvPr/>
        </p:nvSpPr>
        <p:spPr>
          <a:xfrm>
            <a:off x="5130000" y="1510200"/>
            <a:ext cx="122400" cy="61200"/>
          </a:xfrm>
          <a:prstGeom prst="rect">
            <a:avLst/>
          </a:prstGeom>
          <a:solidFill>
            <a:srgbClr val="FAE8DE"/>
          </a:solidFill>
          <a:ln>
            <a:solidFill>
              <a:srgbClr val="FAE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colorbar_step_15"/>
          <p:cNvSpPr/>
          <p:nvPr/>
        </p:nvSpPr>
        <p:spPr>
          <a:xfrm>
            <a:off x="5130000" y="1569599"/>
            <a:ext cx="122400" cy="61200"/>
          </a:xfrm>
          <a:prstGeom prst="rect">
            <a:avLst/>
          </a:prstGeom>
          <a:solidFill>
            <a:srgbClr val="F8F2EF"/>
          </a:solidFill>
          <a:ln>
            <a:solidFill>
              <a:srgbClr val="F8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colorbar_step_16"/>
          <p:cNvSpPr/>
          <p:nvPr/>
        </p:nvSpPr>
        <p:spPr>
          <a:xfrm>
            <a:off x="5130000" y="1629000"/>
            <a:ext cx="122400" cy="61200"/>
          </a:xfrm>
          <a:prstGeom prst="rect">
            <a:avLst/>
          </a:prstGeom>
          <a:solidFill>
            <a:srgbClr val="F0F4F6"/>
          </a:solidFill>
          <a:ln>
            <a:solidFill>
              <a:srgbClr val="F0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colorbar_step_17"/>
          <p:cNvSpPr/>
          <p:nvPr/>
        </p:nvSpPr>
        <p:spPr>
          <a:xfrm>
            <a:off x="5130000" y="1688399"/>
            <a:ext cx="122400" cy="61200"/>
          </a:xfrm>
          <a:prstGeom prst="rect">
            <a:avLst/>
          </a:prstGeom>
          <a:solidFill>
            <a:srgbClr val="E3EDF3"/>
          </a:solidFill>
          <a:ln>
            <a:solidFill>
              <a:srgbClr val="E3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colorbar_step_18"/>
          <p:cNvSpPr/>
          <p:nvPr/>
        </p:nvSpPr>
        <p:spPr>
          <a:xfrm>
            <a:off x="5130000" y="1747800"/>
            <a:ext cx="122400" cy="61200"/>
          </a:xfrm>
          <a:prstGeom prst="rect">
            <a:avLst/>
          </a:prstGeom>
          <a:solidFill>
            <a:srgbClr val="D5E7F1"/>
          </a:solidFill>
          <a:ln>
            <a:solidFill>
              <a:srgbClr val="D5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colorbar_step_19"/>
          <p:cNvSpPr/>
          <p:nvPr/>
        </p:nvSpPr>
        <p:spPr>
          <a:xfrm>
            <a:off x="5130000" y="1807199"/>
            <a:ext cx="122400" cy="61200"/>
          </a:xfrm>
          <a:prstGeom prst="rect">
            <a:avLst/>
          </a:prstGeom>
          <a:solidFill>
            <a:srgbClr val="C5DFEC"/>
          </a:solidFill>
          <a:ln>
            <a:solidFill>
              <a:srgbClr val="C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colorbar_step_20"/>
          <p:cNvSpPr/>
          <p:nvPr/>
        </p:nvSpPr>
        <p:spPr>
          <a:xfrm>
            <a:off x="5130000" y="1866599"/>
            <a:ext cx="122400" cy="61200"/>
          </a:xfrm>
          <a:prstGeom prst="rect">
            <a:avLst/>
          </a:prstGeom>
          <a:solidFill>
            <a:srgbClr val="AED3E6"/>
          </a:solidFill>
          <a:ln>
            <a:solidFill>
              <a:srgbClr val="AE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colorbar_step_21"/>
          <p:cNvSpPr/>
          <p:nvPr/>
        </p:nvSpPr>
        <p:spPr>
          <a:xfrm>
            <a:off x="5130000" y="1925999"/>
            <a:ext cx="122400" cy="61200"/>
          </a:xfrm>
          <a:prstGeom prst="rect">
            <a:avLst/>
          </a:prstGeom>
          <a:solidFill>
            <a:srgbClr val="98C8E0"/>
          </a:solidFill>
          <a:ln>
            <a:solidFill>
              <a:srgbClr val="98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colorbar_step_22"/>
          <p:cNvSpPr/>
          <p:nvPr/>
        </p:nvSpPr>
        <p:spPr>
          <a:xfrm>
            <a:off x="5130000" y="1985400"/>
            <a:ext cx="122400" cy="61200"/>
          </a:xfrm>
          <a:prstGeom prst="rect">
            <a:avLst/>
          </a:prstGeom>
          <a:solidFill>
            <a:srgbClr val="7EB8D7"/>
          </a:solidFill>
          <a:ln>
            <a:solidFill>
              <a:srgbClr val="7EB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colorbar_step_23"/>
          <p:cNvSpPr/>
          <p:nvPr/>
        </p:nvSpPr>
        <p:spPr>
          <a:xfrm>
            <a:off x="5130000" y="2044800"/>
            <a:ext cx="122400" cy="61200"/>
          </a:xfrm>
          <a:prstGeom prst="rect">
            <a:avLst/>
          </a:prstGeom>
          <a:solidFill>
            <a:srgbClr val="62A7CE"/>
          </a:solidFill>
          <a:ln>
            <a:solidFill>
              <a:srgbClr val="62A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colorbar_step_24"/>
          <p:cNvSpPr/>
          <p:nvPr/>
        </p:nvSpPr>
        <p:spPr>
          <a:xfrm>
            <a:off x="5130000" y="2104200"/>
            <a:ext cx="122400" cy="61200"/>
          </a:xfrm>
          <a:prstGeom prst="rect">
            <a:avLst/>
          </a:prstGeom>
          <a:solidFill>
            <a:srgbClr val="4695C4"/>
          </a:solidFill>
          <a:ln>
            <a:solidFill>
              <a:srgbClr val="469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colorbar_step_25"/>
          <p:cNvSpPr/>
          <p:nvPr/>
        </p:nvSpPr>
        <p:spPr>
          <a:xfrm>
            <a:off x="5130000" y="2163600"/>
            <a:ext cx="122400" cy="61200"/>
          </a:xfrm>
          <a:prstGeom prst="rect">
            <a:avLst/>
          </a:prstGeom>
          <a:solidFill>
            <a:srgbClr val="3A87BD"/>
          </a:solidFill>
          <a:ln>
            <a:solidFill>
              <a:srgbClr val="3A8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colorbar_step_26"/>
          <p:cNvSpPr/>
          <p:nvPr/>
        </p:nvSpPr>
        <p:spPr>
          <a:xfrm>
            <a:off x="5130000" y="2223000"/>
            <a:ext cx="122400" cy="61200"/>
          </a:xfrm>
          <a:prstGeom prst="rect">
            <a:avLst/>
          </a:prstGeom>
          <a:solidFill>
            <a:srgbClr val="2E77B5"/>
          </a:solidFill>
          <a:ln>
            <a:solidFill>
              <a:srgbClr val="2E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colorbar_step_27"/>
          <p:cNvSpPr/>
          <p:nvPr/>
        </p:nvSpPr>
        <p:spPr>
          <a:xfrm>
            <a:off x="5130000" y="2282400"/>
            <a:ext cx="122400" cy="61200"/>
          </a:xfrm>
          <a:prstGeom prst="rect">
            <a:avLst/>
          </a:prstGeom>
          <a:solidFill>
            <a:srgbClr val="2267AC"/>
          </a:solidFill>
          <a:ln>
            <a:solidFill>
              <a:srgbClr val="22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colorbar_step_28"/>
          <p:cNvSpPr/>
          <p:nvPr/>
        </p:nvSpPr>
        <p:spPr>
          <a:xfrm>
            <a:off x="5130000" y="2341800"/>
            <a:ext cx="122400" cy="61200"/>
          </a:xfrm>
          <a:prstGeom prst="rect">
            <a:avLst/>
          </a:prstGeom>
          <a:solidFill>
            <a:srgbClr val="185493"/>
          </a:solidFill>
          <a:ln>
            <a:solidFill>
              <a:srgbClr val="185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colorbar_step_29"/>
          <p:cNvSpPr/>
          <p:nvPr/>
        </p:nvSpPr>
        <p:spPr>
          <a:xfrm>
            <a:off x="5130000" y="2401200"/>
            <a:ext cx="122400" cy="61200"/>
          </a:xfrm>
          <a:prstGeom prst="rect">
            <a:avLst/>
          </a:prstGeom>
          <a:solidFill>
            <a:srgbClr val="0E4179"/>
          </a:solidFill>
          <a:ln>
            <a:solidFill>
              <a:srgbClr val="0E41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colorbar_step_30"/>
          <p:cNvSpPr/>
          <p:nvPr/>
        </p:nvSpPr>
        <p:spPr>
          <a:xfrm>
            <a:off x="5130000" y="2460600"/>
            <a:ext cx="122400" cy="61200"/>
          </a:xfrm>
          <a:prstGeom prst="rect">
            <a:avLst/>
          </a:prstGeom>
          <a:solidFill>
            <a:srgbClr val="053061"/>
          </a:solidFill>
          <a:ln>
            <a:solidFill>
              <a:srgbClr val="053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colorbar_border"/>
          <p:cNvSpPr/>
          <p:nvPr/>
        </p:nvSpPr>
        <p:spPr>
          <a:xfrm>
            <a:off x="5130000" y="737999"/>
            <a:ext cx="122400" cy="1782000"/>
          </a:xfrm>
          <a:prstGeom prst="rect">
            <a:avLst/>
          </a:prstGeom>
          <a:noFill/>
          <a:ln w="1016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7" name="colorbar_tick_1"/>
          <p:cNvCxnSpPr/>
          <p:nvPr/>
        </p:nvCxnSpPr>
        <p:spPr>
          <a:xfrm>
            <a:off x="5252400" y="737999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olorbar_tick_label_1"/>
          <p:cNvSpPr txBox="1"/>
          <p:nvPr/>
        </p:nvSpPr>
        <p:spPr>
          <a:xfrm>
            <a:off x="5295600" y="680400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+0.17</a:t>
            </a:r>
          </a:p>
        </p:txBody>
      </p:sp>
      <p:cxnSp>
        <p:nvCxnSpPr>
          <p:cNvPr id="289" name="colorbar_tick_2"/>
          <p:cNvCxnSpPr/>
          <p:nvPr/>
        </p:nvCxnSpPr>
        <p:spPr>
          <a:xfrm>
            <a:off x="5252400" y="1104942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colorbar_tick_label_2"/>
          <p:cNvSpPr txBox="1"/>
          <p:nvPr/>
        </p:nvSpPr>
        <p:spPr>
          <a:xfrm>
            <a:off x="5295600" y="1047342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+0.10</a:t>
            </a:r>
          </a:p>
        </p:txBody>
      </p:sp>
      <p:cxnSp>
        <p:nvCxnSpPr>
          <p:cNvPr id="291" name="colorbar_tick_3"/>
          <p:cNvCxnSpPr/>
          <p:nvPr/>
        </p:nvCxnSpPr>
        <p:spPr>
          <a:xfrm>
            <a:off x="5252400" y="1366971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colorbar_tick_label_3"/>
          <p:cNvSpPr txBox="1"/>
          <p:nvPr/>
        </p:nvSpPr>
        <p:spPr>
          <a:xfrm>
            <a:off x="5295600" y="1309371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+0.05</a:t>
            </a:r>
          </a:p>
        </p:txBody>
      </p:sp>
      <p:cxnSp>
        <p:nvCxnSpPr>
          <p:cNvPr id="293" name="colorbar_tick_4"/>
          <p:cNvCxnSpPr/>
          <p:nvPr/>
        </p:nvCxnSpPr>
        <p:spPr>
          <a:xfrm>
            <a:off x="5252400" y="1629000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colorbar_tick_label_4"/>
          <p:cNvSpPr txBox="1"/>
          <p:nvPr/>
        </p:nvSpPr>
        <p:spPr>
          <a:xfrm>
            <a:off x="5295600" y="1571400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0</a:t>
            </a:r>
          </a:p>
        </p:txBody>
      </p:sp>
      <p:cxnSp>
        <p:nvCxnSpPr>
          <p:cNvPr id="295" name="colorbar_tick_5"/>
          <p:cNvCxnSpPr/>
          <p:nvPr/>
        </p:nvCxnSpPr>
        <p:spPr>
          <a:xfrm>
            <a:off x="5252400" y="1891028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colorbar_tick_label_5"/>
          <p:cNvSpPr txBox="1"/>
          <p:nvPr/>
        </p:nvSpPr>
        <p:spPr>
          <a:xfrm>
            <a:off x="5295600" y="1833428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-0.05</a:t>
            </a:r>
          </a:p>
        </p:txBody>
      </p:sp>
      <p:cxnSp>
        <p:nvCxnSpPr>
          <p:cNvPr id="297" name="colorbar_tick_6"/>
          <p:cNvCxnSpPr/>
          <p:nvPr/>
        </p:nvCxnSpPr>
        <p:spPr>
          <a:xfrm>
            <a:off x="5252400" y="2153057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colorbar_tick_label_6"/>
          <p:cNvSpPr txBox="1"/>
          <p:nvPr/>
        </p:nvSpPr>
        <p:spPr>
          <a:xfrm>
            <a:off x="5295600" y="2095457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-0.10</a:t>
            </a:r>
          </a:p>
        </p:txBody>
      </p:sp>
      <p:cxnSp>
        <p:nvCxnSpPr>
          <p:cNvPr id="299" name="colorbar_tick_7"/>
          <p:cNvCxnSpPr/>
          <p:nvPr/>
        </p:nvCxnSpPr>
        <p:spPr>
          <a:xfrm>
            <a:off x="5252400" y="2520000"/>
            <a:ext cx="36000" cy="0"/>
          </a:xfrm>
          <a:prstGeom prst="line">
            <a:avLst/>
          </a:prstGeom>
          <a:ln w="76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colorbar_tick_label_7"/>
          <p:cNvSpPr txBox="1"/>
          <p:nvPr/>
        </p:nvSpPr>
        <p:spPr>
          <a:xfrm>
            <a:off x="5295600" y="2462400"/>
            <a:ext cx="21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374151"/>
                </a:solidFill>
                <a:latin typeface="Arial"/>
              </a:rPr>
              <a:t>-0.17</a:t>
            </a:r>
          </a:p>
        </p:txBody>
      </p:sp>
      <p:sp>
        <p:nvSpPr>
          <p:cNvPr id="301" name="colorbar_label"/>
          <p:cNvSpPr txBox="1"/>
          <p:nvPr/>
        </p:nvSpPr>
        <p:spPr>
          <a:xfrm>
            <a:off x="5047200" y="583200"/>
            <a:ext cx="396000" cy="1152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827"/>
                </a:solidFill>
                <a:latin typeface="Arial"/>
              </a:rPr>
              <a:t>ΔRMSE</a:t>
            </a:r>
          </a:p>
        </p:txBody>
      </p:sp>
      <p:sp>
        <p:nvSpPr>
          <p:cNvPr id="302" name="colorbar_high_label"/>
          <p:cNvSpPr txBox="1"/>
          <p:nvPr/>
        </p:nvSpPr>
        <p:spPr>
          <a:xfrm>
            <a:off x="5598000" y="720000"/>
            <a:ext cx="486000" cy="208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374151"/>
                </a:solidFill>
                <a:latin typeface="Arial"/>
              </a:rPr>
              <a:t>DLG-Sol
higher</a:t>
            </a:r>
          </a:p>
        </p:txBody>
      </p:sp>
      <p:sp>
        <p:nvSpPr>
          <p:cNvPr id="303" name="colorbar_low_label"/>
          <p:cNvSpPr txBox="1"/>
          <p:nvPr/>
        </p:nvSpPr>
        <p:spPr>
          <a:xfrm>
            <a:off x="5598000" y="2332800"/>
            <a:ext cx="486000" cy="208800"/>
          </a:xfrm>
          <a:prstGeom prst="rect">
            <a:avLst/>
          </a:prstGeom>
          <a:noFill/>
        </p:spPr>
        <p:txBody>
          <a:bodyPr wrap="square" lIns="7200" rIns="7200" tIns="3600" bIns="36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374151"/>
                </a:solidFill>
                <a:latin typeface="Arial"/>
              </a:rPr>
              <a:t>DLG-Sol
lower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DLG-Sol gain across chemical subgroups</dc:title>
  <dc:subject>Editable two-panel heatmap with 192 native PowerPoint cells</dc:subject>
  <dc:creator/>
  <cp:keywords/>
  <dc:description>All cells, labels, borders, separators, and colour-bar steps are editable. Source: supplementary/machine_readable/chemical_subgroup_delta_rmse_96_rows.csv. Symmetric colour range: -0.17001936 to 0.17001936.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